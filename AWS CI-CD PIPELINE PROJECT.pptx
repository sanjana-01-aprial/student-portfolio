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handoutMasterIdLst>
    <p:handoutMasterId r:id="rId17"/>
  </p:handoutMasterIdLst>
  <p:sldIdLst>
    <p:sldId id="265" r:id="rId3"/>
    <p:sldId id="320" r:id="rId4"/>
    <p:sldId id="321" r:id="rId5"/>
    <p:sldId id="315" r:id="rId6"/>
    <p:sldId id="323" r:id="rId7"/>
    <p:sldId id="310" r:id="rId8"/>
    <p:sldId id="313" r:id="rId9"/>
    <p:sldId id="324" r:id="rId10"/>
    <p:sldId id="330" r:id="rId11"/>
    <p:sldId id="326" r:id="rId12"/>
    <p:sldId id="325" r:id="rId13"/>
    <p:sldId id="314" r:id="rId14"/>
    <p:sldId id="332" r:id="rId15"/>
  </p:sldIdLst>
  <p:sldSz cx="12188825" cy="6858000"/>
  <p:notesSz cx="6858000" cy="9144000"/>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00"/>
    <a:srgbClr val="008000"/>
    <a:srgbClr val="120543"/>
    <a:srgbClr val="60CCEA"/>
    <a:srgbClr val="F066DC"/>
    <a:srgbClr val="20081B"/>
    <a:srgbClr val="5773FF"/>
    <a:srgbClr val="A089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29" autoAdjust="0"/>
  </p:normalViewPr>
  <p:slideViewPr>
    <p:cSldViewPr showGuides="1">
      <p:cViewPr varScale="1">
        <p:scale>
          <a:sx n="82" d="100"/>
          <a:sy n="82" d="100"/>
        </p:scale>
        <p:origin x="720" y="77"/>
      </p:cViewPr>
      <p:guideLst>
        <p:guide pos="3839"/>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63" d="100"/>
          <a:sy n="63" d="100"/>
        </p:scale>
        <p:origin x="1986" y="10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gs" Target="tags/tag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88EAF-6ECA-4616-85EF-35AA19C641F3}" type="datetimeFigureOut">
              <a:rPr lang="en-US"/>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F912AB-2776-42F2-A957-313FC7EFEDB9}" type="slidenum">
              <a:rPr/>
            </a:fld>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BD2D7A-D230-4F91-BD59-0A39C2703BA8}" type="datetimeFigureOut">
              <a:rPr lang="en-US"/>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3199CD-3E1B-4AE6-990F-76F925F5EA9F}" type="slidenum">
              <a:rPr/>
            </a:fld>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65214" y="1828800"/>
            <a:ext cx="8229600" cy="2895600"/>
          </a:xfrm>
        </p:spPr>
        <p:txBody>
          <a:bodyPr anchor="b">
            <a:normAutofit/>
          </a:bodyPr>
          <a:lstStyle>
            <a:lvl1pPr>
              <a:lnSpc>
                <a:spcPct val="80000"/>
              </a:lnSpc>
              <a:defRPr sz="6600">
                <a:solidFill>
                  <a:schemeClr val="tx1"/>
                </a:solidFill>
              </a:defRPr>
            </a:lvl1pPr>
          </a:lstStyle>
          <a:p>
            <a:r>
              <a:rPr lang="en-US"/>
              <a:t>Click to edit Master title style</a:t>
            </a:r>
            <a:endParaRPr lang="en-US"/>
          </a:p>
        </p:txBody>
      </p:sp>
      <p:sp>
        <p:nvSpPr>
          <p:cNvPr id="3" name="Subtitle 2"/>
          <p:cNvSpPr>
            <a:spLocks noGrp="1"/>
          </p:cNvSpPr>
          <p:nvPr>
            <p:ph type="subTitle" idx="1"/>
          </p:nvPr>
        </p:nvSpPr>
        <p:spPr>
          <a:xfrm>
            <a:off x="1065213" y="4800600"/>
            <a:ext cx="8229600" cy="1219200"/>
          </a:xfrm>
        </p:spPr>
        <p:txBody>
          <a:bodyPr>
            <a:normAutofit/>
          </a:bodyPr>
          <a:lstStyle>
            <a:lvl1pPr marL="0" indent="0" algn="l">
              <a:spcBef>
                <a:spcPts val="0"/>
              </a:spcBef>
              <a:buNone/>
              <a:defRPr sz="2000" cap="all" spc="200" baseline="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lvl5pPr>
              <a:defRPr/>
            </a:lvl5pPr>
            <a:lvl6pPr>
              <a:defRPr/>
            </a:lvl6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03F41C87-7AD9-4845-A077-840E4A0F3F06}" type="datetimeFigureOut">
              <a:rPr lang="en-US"/>
            </a:fld>
            <a:endParaRPr lang="en-US"/>
          </a:p>
        </p:txBody>
      </p:sp>
      <p:sp>
        <p:nvSpPr>
          <p:cNvPr id="6" name="Slide Number Placeholder 5"/>
          <p:cNvSpPr>
            <a:spLocks noGrp="1"/>
          </p:cNvSpPr>
          <p:nvPr>
            <p:ph type="sldNum" sz="quarter" idx="12"/>
          </p:nvPr>
        </p:nvSpPr>
        <p:spPr/>
        <p:txBody>
          <a:bodyPr/>
          <a:lstStyle/>
          <a:p>
            <a:fld id="{2A013F82-EE5E-44EE-A61D-E31C6657F26F}" type="slidenum">
              <a:rPr/>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9614" y="2514600"/>
            <a:ext cx="8692399" cy="2819400"/>
          </a:xfrm>
        </p:spPr>
        <p:txBody>
          <a:bodyPr anchor="b">
            <a:normAutofit/>
          </a:bodyPr>
          <a:lstStyle>
            <a:lvl1pPr algn="l">
              <a:lnSpc>
                <a:spcPct val="80000"/>
              </a:lnSpc>
              <a:defRPr sz="4800" b="0" cap="none" baseline="0"/>
            </a:lvl1pPr>
          </a:lstStyle>
          <a:p>
            <a:r>
              <a:rPr lang="en-US"/>
              <a:t>Click to edit Master title style</a:t>
            </a:r>
            <a:endParaRPr lang="en-US"/>
          </a:p>
        </p:txBody>
      </p:sp>
      <p:sp>
        <p:nvSpPr>
          <p:cNvPr id="3" name="Text Placeholder 2"/>
          <p:cNvSpPr>
            <a:spLocks noGrp="1"/>
          </p:cNvSpPr>
          <p:nvPr>
            <p:ph type="body" idx="1"/>
          </p:nvPr>
        </p:nvSpPr>
        <p:spPr>
          <a:xfrm>
            <a:off x="1065213" y="5410200"/>
            <a:ext cx="8687333" cy="609601"/>
          </a:xfrm>
        </p:spPr>
        <p:txBody>
          <a:bodyPr anchor="t">
            <a:normAutofit/>
          </a:bodyPr>
          <a:lstStyle>
            <a:lvl1pPr marL="0" indent="0">
              <a:spcBef>
                <a:spcPts val="0"/>
              </a:spcBef>
              <a:buNone/>
              <a:defRPr sz="2000" cap="all" spc="200" baseline="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03F41C87-7AD9-4845-A077-840E4A0F3F06}" type="datetimeFigureOut">
              <a:rPr lang="en-US"/>
            </a:fld>
            <a:endParaRPr lang="en-US"/>
          </a:p>
        </p:txBody>
      </p:sp>
      <p:sp>
        <p:nvSpPr>
          <p:cNvPr id="6" name="Slide Number Placeholder 5"/>
          <p:cNvSpPr>
            <a:spLocks noGrp="1"/>
          </p:cNvSpPr>
          <p:nvPr>
            <p:ph type="sldNum" sz="quarter" idx="12"/>
          </p:nvPr>
        </p:nvSpPr>
        <p:spPr/>
        <p:txBody>
          <a:bodyPr/>
          <a:lstStyle/>
          <a:p>
            <a:fld id="{2A013F82-EE5E-44EE-A61D-E31C6657F26F}" type="slidenum">
              <a:rPr/>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1504781" y="1905001"/>
            <a:ext cx="4419599"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229183" y="1905001"/>
            <a:ext cx="4419600"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11"/>
          </p:nvPr>
        </p:nvSpPr>
        <p:spPr/>
        <p:txBody>
          <a:bodyPr/>
          <a:lstStyle/>
          <a:p>
            <a:endParaRPr dirty="0"/>
          </a:p>
        </p:txBody>
      </p:sp>
      <p:sp>
        <p:nvSpPr>
          <p:cNvPr id="5" name="Date Placeholder 4"/>
          <p:cNvSpPr>
            <a:spLocks noGrp="1"/>
          </p:cNvSpPr>
          <p:nvPr>
            <p:ph type="dt" sz="half" idx="10"/>
          </p:nvPr>
        </p:nvSpPr>
        <p:spPr/>
        <p:txBody>
          <a:bodyPr/>
          <a:lstStyle/>
          <a:p>
            <a:fld id="{03F41C87-7AD9-4845-A077-840E4A0F3F06}" type="datetimeFigureOut">
              <a:rPr lang="en-US"/>
            </a:fld>
            <a:endParaRPr lang="en-US"/>
          </a:p>
        </p:txBody>
      </p:sp>
      <p:sp>
        <p:nvSpPr>
          <p:cNvPr id="7" name="Slide Number Placeholder 6"/>
          <p:cNvSpPr>
            <a:spLocks noGrp="1"/>
          </p:cNvSpPr>
          <p:nvPr>
            <p:ph type="sldNum" sz="quarter" idx="12"/>
          </p:nvPr>
        </p:nvSpPr>
        <p:spPr/>
        <p:txBody>
          <a:bodyPr/>
          <a:lstStyle/>
          <a:p>
            <a:fld id="{2A013F82-EE5E-44EE-A61D-E31C6657F26F}" type="slidenum">
              <a:rPr/>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1522411" y="1905000"/>
            <a:ext cx="441655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522411" y="2743201"/>
            <a:ext cx="441655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249861" y="1905000"/>
            <a:ext cx="441655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249861" y="2743201"/>
            <a:ext cx="441655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8" name="Footer Placeholder 7"/>
          <p:cNvSpPr>
            <a:spLocks noGrp="1"/>
          </p:cNvSpPr>
          <p:nvPr>
            <p:ph type="ftr" sz="quarter" idx="11"/>
          </p:nvPr>
        </p:nvSpPr>
        <p:spPr/>
        <p:txBody>
          <a:bodyPr/>
          <a:lstStyle/>
          <a:p>
            <a:endParaRPr dirty="0"/>
          </a:p>
        </p:txBody>
      </p:sp>
      <p:sp>
        <p:nvSpPr>
          <p:cNvPr id="7" name="Date Placeholder 6"/>
          <p:cNvSpPr>
            <a:spLocks noGrp="1"/>
          </p:cNvSpPr>
          <p:nvPr>
            <p:ph type="dt" sz="half" idx="10"/>
          </p:nvPr>
        </p:nvSpPr>
        <p:spPr/>
        <p:txBody>
          <a:bodyPr/>
          <a:lstStyle/>
          <a:p>
            <a:fld id="{03F41C87-7AD9-4845-A077-840E4A0F3F06}" type="datetimeFigureOut">
              <a:rPr lang="en-US"/>
            </a:fld>
            <a:endParaRPr lang="en-US"/>
          </a:p>
        </p:txBody>
      </p:sp>
      <p:sp>
        <p:nvSpPr>
          <p:cNvPr id="9" name="Slide Number Placeholder 8"/>
          <p:cNvSpPr>
            <a:spLocks noGrp="1"/>
          </p:cNvSpPr>
          <p:nvPr>
            <p:ph type="sldNum" sz="quarter" idx="12"/>
          </p:nvPr>
        </p:nvSpPr>
        <p:spPr/>
        <p:txBody>
          <a:bodyPr/>
          <a:lstStyle/>
          <a:p>
            <a:fld id="{2A013F82-EE5E-44EE-A61D-E31C6657F26F}" type="slidenum">
              <a:rPr/>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4" name="Footer Placeholder 3"/>
          <p:cNvSpPr>
            <a:spLocks noGrp="1"/>
          </p:cNvSpPr>
          <p:nvPr>
            <p:ph type="ftr" sz="quarter" idx="11"/>
          </p:nvPr>
        </p:nvSpPr>
        <p:spPr/>
        <p:txBody>
          <a:bodyPr/>
          <a:lstStyle/>
          <a:p/>
        </p:txBody>
      </p:sp>
      <p:sp>
        <p:nvSpPr>
          <p:cNvPr id="3" name="Date Placeholder 2"/>
          <p:cNvSpPr>
            <a:spLocks noGrp="1"/>
          </p:cNvSpPr>
          <p:nvPr>
            <p:ph type="dt" sz="half" idx="10"/>
          </p:nvPr>
        </p:nvSpPr>
        <p:spPr/>
        <p:txBody>
          <a:bodyPr/>
          <a:lstStyle/>
          <a:p>
            <a:fld id="{03F41C87-7AD9-4845-A077-840E4A0F3F06}" type="datetimeFigureOut">
              <a:rPr lang="en-US"/>
            </a:fld>
            <a:endParaRPr lang="en-US"/>
          </a:p>
        </p:txBody>
      </p:sp>
      <p:sp>
        <p:nvSpPr>
          <p:cNvPr id="5" name="Slide Number Placeholder 4"/>
          <p:cNvSpPr>
            <a:spLocks noGrp="1"/>
          </p:cNvSpPr>
          <p:nvPr>
            <p:ph type="sldNum" sz="quarter" idx="12"/>
          </p:nvPr>
        </p:nvSpPr>
        <p:spPr/>
        <p:txBody>
          <a:bodyPr/>
          <a:lstStyle/>
          <a:p>
            <a:fld id="{2A013F82-EE5E-44EE-A61D-E31C6657F26F}" type="slidenum">
              <a:rPr/>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p:txBody>
      </p:sp>
      <p:sp>
        <p:nvSpPr>
          <p:cNvPr id="2" name="Date Placeholder 1"/>
          <p:cNvSpPr>
            <a:spLocks noGrp="1"/>
          </p:cNvSpPr>
          <p:nvPr>
            <p:ph type="dt" sz="half" idx="10"/>
          </p:nvPr>
        </p:nvSpPr>
        <p:spPr/>
        <p:txBody>
          <a:bodyPr/>
          <a:lstStyle/>
          <a:p>
            <a:fld id="{03F41C87-7AD9-4845-A077-840E4A0F3F06}" type="datetimeFigureOut">
              <a:rPr lang="en-US"/>
            </a:fld>
            <a:endParaRPr lang="en-US"/>
          </a:p>
        </p:txBody>
      </p:sp>
      <p:sp>
        <p:nvSpPr>
          <p:cNvPr id="4" name="Slide Number Placeholder 3"/>
          <p:cNvSpPr>
            <a:spLocks noGrp="1"/>
          </p:cNvSpPr>
          <p:nvPr>
            <p:ph type="sldNum" sz="quarter" idx="12"/>
          </p:nvPr>
        </p:nvSpPr>
        <p:spPr/>
        <p:txBody>
          <a:bodyPr/>
          <a:lstStyle/>
          <a:p>
            <a:fld id="{2A013F82-EE5E-44EE-A61D-E31C6657F26F}" type="slidenum">
              <a:rPr/>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604" y="1905000"/>
            <a:ext cx="3596607" cy="2667000"/>
          </a:xfrm>
        </p:spPr>
        <p:txBody>
          <a:bodyPr anchor="b">
            <a:noAutofit/>
          </a:bodyPr>
          <a:lstStyle>
            <a:lvl1pPr algn="l">
              <a:lnSpc>
                <a:spcPct val="90000"/>
              </a:lnSpc>
              <a:defRPr sz="3600" b="0" baseline="0">
                <a:solidFill>
                  <a:schemeClr val="tx1"/>
                </a:solidFill>
              </a:defRPr>
            </a:lvl1pPr>
          </a:lstStyle>
          <a:p>
            <a:r>
              <a:rPr lang="en-US"/>
              <a:t>Click to edit Master title style</a:t>
            </a:r>
            <a:endParaRPr lang="en-US"/>
          </a:p>
        </p:txBody>
      </p:sp>
      <p:sp>
        <p:nvSpPr>
          <p:cNvPr id="4" name="Text Placeholder 3"/>
          <p:cNvSpPr>
            <a:spLocks noGrp="1"/>
          </p:cNvSpPr>
          <p:nvPr>
            <p:ph type="body" sz="half" idx="2"/>
          </p:nvPr>
        </p:nvSpPr>
        <p:spPr>
          <a:xfrm>
            <a:off x="1065213" y="4648200"/>
            <a:ext cx="3581399"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3" name="Content Placeholder 2"/>
          <p:cNvSpPr>
            <a:spLocks noGrp="1"/>
          </p:cNvSpPr>
          <p:nvPr>
            <p:ph idx="1"/>
          </p:nvPr>
        </p:nvSpPr>
        <p:spPr>
          <a:xfrm>
            <a:off x="4951414" y="685800"/>
            <a:ext cx="6400800" cy="53340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11"/>
          </p:nvPr>
        </p:nvSpPr>
        <p:spPr/>
        <p:txBody>
          <a:bodyPr/>
          <a:lstStyle/>
          <a:p/>
        </p:txBody>
      </p:sp>
      <p:sp>
        <p:nvSpPr>
          <p:cNvPr id="5" name="Date Placeholder 4"/>
          <p:cNvSpPr>
            <a:spLocks noGrp="1"/>
          </p:cNvSpPr>
          <p:nvPr>
            <p:ph type="dt" sz="half" idx="10"/>
          </p:nvPr>
        </p:nvSpPr>
        <p:spPr/>
        <p:txBody>
          <a:bodyPr/>
          <a:lstStyle/>
          <a:p>
            <a:fld id="{03F41C87-7AD9-4845-A077-840E4A0F3F06}" type="datetimeFigureOut">
              <a:rPr lang="en-US"/>
            </a:fld>
            <a:endParaRPr lang="en-US"/>
          </a:p>
        </p:txBody>
      </p:sp>
      <p:sp>
        <p:nvSpPr>
          <p:cNvPr id="7" name="Slide Number Placeholder 6"/>
          <p:cNvSpPr>
            <a:spLocks noGrp="1"/>
          </p:cNvSpPr>
          <p:nvPr>
            <p:ph type="sldNum" sz="quarter" idx="12"/>
          </p:nvPr>
        </p:nvSpPr>
        <p:spPr/>
        <p:txBody>
          <a:bodyPr/>
          <a:lstStyle/>
          <a:p>
            <a:fld id="{2A013F82-EE5E-44EE-A61D-E31C6657F26F}" type="slidenum">
              <a:rPr/>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604" y="1905000"/>
            <a:ext cx="3596607" cy="2667000"/>
          </a:xfrm>
        </p:spPr>
        <p:txBody>
          <a:bodyPr anchor="b">
            <a:normAutofit/>
          </a:bodyPr>
          <a:lstStyle>
            <a:lvl1pPr algn="l">
              <a:lnSpc>
                <a:spcPct val="90000"/>
              </a:lnSpc>
              <a:defRPr sz="3600" b="0" i="0" baseline="0">
                <a:solidFill>
                  <a:schemeClr val="tx1"/>
                </a:solidFill>
              </a:defRPr>
            </a:lvl1pPr>
          </a:lstStyle>
          <a:p>
            <a:r>
              <a:rPr lang="en-US"/>
              <a:t>Click to edit Master title style</a:t>
            </a:r>
            <a:endParaRPr lang="en-US"/>
          </a:p>
        </p:txBody>
      </p:sp>
      <p:sp>
        <p:nvSpPr>
          <p:cNvPr id="4" name="Text Placeholder 3"/>
          <p:cNvSpPr>
            <a:spLocks noGrp="1"/>
          </p:cNvSpPr>
          <p:nvPr>
            <p:ph type="body" sz="half" idx="2"/>
          </p:nvPr>
        </p:nvSpPr>
        <p:spPr>
          <a:xfrm>
            <a:off x="1065213" y="4648200"/>
            <a:ext cx="3581399"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3" name="Picture Placeholder 2" descr="An empty placeholder to add an image. Click on the placeholder and select the image that you wish to add."/>
          <p:cNvSpPr>
            <a:spLocks noGrp="1"/>
          </p:cNvSpPr>
          <p:nvPr>
            <p:ph type="pic" idx="1"/>
          </p:nvPr>
        </p:nvSpPr>
        <p:spPr>
          <a:xfrm>
            <a:off x="4951414" y="685800"/>
            <a:ext cx="6400799" cy="5334000"/>
          </a:xfrm>
          <a:solidFill>
            <a:schemeClr val="bg2"/>
          </a:solidFill>
          <a:ln w="76200">
            <a:solidFill>
              <a:schemeClr val="tx1"/>
            </a:solidFill>
            <a:miter lim="800000"/>
          </a:ln>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a:p>
        </p:txBody>
      </p:sp>
      <p:sp>
        <p:nvSpPr>
          <p:cNvPr id="6" name="Footer Placeholder 5"/>
          <p:cNvSpPr>
            <a:spLocks noGrp="1"/>
          </p:cNvSpPr>
          <p:nvPr>
            <p:ph type="ftr" sz="quarter" idx="11"/>
          </p:nvPr>
        </p:nvSpPr>
        <p:spPr/>
        <p:txBody>
          <a:bodyPr/>
          <a:lstStyle/>
          <a:p>
            <a:endParaRPr dirty="0"/>
          </a:p>
        </p:txBody>
      </p:sp>
      <p:sp>
        <p:nvSpPr>
          <p:cNvPr id="5" name="Date Placeholder 4"/>
          <p:cNvSpPr>
            <a:spLocks noGrp="1"/>
          </p:cNvSpPr>
          <p:nvPr>
            <p:ph type="dt" sz="half" idx="10"/>
          </p:nvPr>
        </p:nvSpPr>
        <p:spPr/>
        <p:txBody>
          <a:bodyPr/>
          <a:lstStyle/>
          <a:p>
            <a:fld id="{03F41C87-7AD9-4845-A077-840E4A0F3F06}" type="datetimeFigureOut">
              <a:rPr lang="en-US"/>
            </a:fld>
            <a:endParaRPr lang="en-US"/>
          </a:p>
        </p:txBody>
      </p:sp>
      <p:sp>
        <p:nvSpPr>
          <p:cNvPr id="7" name="Slide Number Placeholder 6"/>
          <p:cNvSpPr>
            <a:spLocks noGrp="1"/>
          </p:cNvSpPr>
          <p:nvPr>
            <p:ph type="sldNum" sz="quarter" idx="12"/>
          </p:nvPr>
        </p:nvSpPr>
        <p:spPr/>
        <p:txBody>
          <a:bodyPr/>
          <a:lstStyle/>
          <a:p>
            <a:fld id="{2A013F82-EE5E-44EE-A61D-E31C6657F26F}" type="slidenum">
              <a:rPr/>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p:txBody>
          <a:bodyPr/>
          <a:lstStyle/>
          <a:p/>
        </p:txBody>
      </p:sp>
      <p:sp>
        <p:nvSpPr>
          <p:cNvPr id="4" name="Date Placeholder 3"/>
          <p:cNvSpPr>
            <a:spLocks noGrp="1"/>
          </p:cNvSpPr>
          <p:nvPr>
            <p:ph type="dt" sz="half" idx="10"/>
          </p:nvPr>
        </p:nvSpPr>
        <p:spPr/>
        <p:txBody>
          <a:bodyPr/>
          <a:lstStyle/>
          <a:p>
            <a:fld id="{03F41C87-7AD9-4845-A077-840E4A0F3F06}" type="datetimeFigureOut">
              <a:rPr lang="en-US"/>
            </a:fld>
            <a:endParaRPr lang="en-US"/>
          </a:p>
        </p:txBody>
      </p:sp>
      <p:sp>
        <p:nvSpPr>
          <p:cNvPr id="6" name="Slide Number Placeholder 5"/>
          <p:cNvSpPr>
            <a:spLocks noGrp="1"/>
          </p:cNvSpPr>
          <p:nvPr>
            <p:ph type="sldNum" sz="quarter" idx="12"/>
          </p:nvPr>
        </p:nvSpPr>
        <p:spPr/>
        <p:txBody>
          <a:bodyPr/>
          <a:lstStyle/>
          <a:p>
            <a:fld id="{2A013F82-EE5E-44EE-A61D-E31C6657F26F}" type="slidenum">
              <a:rPr/>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2412" y="381001"/>
            <a:ext cx="1524001" cy="563880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1522412" y="381001"/>
            <a:ext cx="7391399" cy="56388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p:txBody>
          <a:bodyPr/>
          <a:lstStyle/>
          <a:p/>
        </p:txBody>
      </p:sp>
      <p:sp>
        <p:nvSpPr>
          <p:cNvPr id="4" name="Date Placeholder 3"/>
          <p:cNvSpPr>
            <a:spLocks noGrp="1"/>
          </p:cNvSpPr>
          <p:nvPr>
            <p:ph type="dt" sz="half" idx="10"/>
          </p:nvPr>
        </p:nvSpPr>
        <p:spPr/>
        <p:txBody>
          <a:bodyPr/>
          <a:lstStyle/>
          <a:p>
            <a:fld id="{03F41C87-7AD9-4845-A077-840E4A0F3F06}" type="datetimeFigureOut">
              <a:rPr lang="en-US"/>
            </a:fld>
            <a:endParaRPr lang="en-US"/>
          </a:p>
        </p:txBody>
      </p:sp>
      <p:sp>
        <p:nvSpPr>
          <p:cNvPr id="6" name="Slide Number Placeholder 5"/>
          <p:cNvSpPr>
            <a:spLocks noGrp="1"/>
          </p:cNvSpPr>
          <p:nvPr>
            <p:ph type="sldNum" sz="quarter" idx="12"/>
          </p:nvPr>
        </p:nvSpPr>
        <p:spPr/>
        <p:txBody>
          <a:bodyPr/>
          <a:lstStyle/>
          <a:p>
            <a:fld id="{2A013F82-EE5E-44EE-A61D-E31C6657F26F}" type="slidenum">
              <a:rPr/>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4.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3" y="381000"/>
            <a:ext cx="9144001" cy="1371600"/>
          </a:xfrm>
          <a:prstGeom prst="rect">
            <a:avLst/>
          </a:prstGeom>
        </p:spPr>
        <p:txBody>
          <a:bodyPr vert="horz" lIns="91440" tIns="45720" rIns="91440" bIns="45720" rtlCol="0" anchor="b">
            <a:normAutofit/>
          </a:bodyPr>
          <a:lstStyle/>
          <a:p>
            <a:r>
              <a:rPr lang="en-US"/>
              <a:t>Click to edit Master title style</a:t>
            </a:r>
            <a:endParaRPr lang="en-US"/>
          </a:p>
        </p:txBody>
      </p:sp>
      <p:sp>
        <p:nvSpPr>
          <p:cNvPr id="3" name="Text Placeholder 2"/>
          <p:cNvSpPr>
            <a:spLocks noGrp="1"/>
          </p:cNvSpPr>
          <p:nvPr>
            <p:ph type="body" idx="1"/>
          </p:nvPr>
        </p:nvSpPr>
        <p:spPr>
          <a:xfrm>
            <a:off x="1522413" y="1904999"/>
            <a:ext cx="9134391" cy="4114801"/>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dirty="0"/>
          </a:p>
        </p:txBody>
      </p:sp>
      <p:sp>
        <p:nvSpPr>
          <p:cNvPr id="5" name="Footer Placeholder 4"/>
          <p:cNvSpPr>
            <a:spLocks noGrp="1"/>
          </p:cNvSpPr>
          <p:nvPr>
            <p:ph type="ftr" sz="quarter" idx="3"/>
          </p:nvPr>
        </p:nvSpPr>
        <p:spPr>
          <a:xfrm>
            <a:off x="1522413" y="6400800"/>
            <a:ext cx="6553199" cy="276228"/>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dirty="0"/>
          </a:p>
        </p:txBody>
      </p:sp>
      <p:sp>
        <p:nvSpPr>
          <p:cNvPr id="4" name="Date Placeholder 3"/>
          <p:cNvSpPr>
            <a:spLocks noGrp="1"/>
          </p:cNvSpPr>
          <p:nvPr>
            <p:ph type="dt" sz="half" idx="2"/>
          </p:nvPr>
        </p:nvSpPr>
        <p:spPr>
          <a:xfrm>
            <a:off x="8226422" y="6400800"/>
            <a:ext cx="1449389"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03F41C87-7AD9-4845-A077-840E4A0F3F06}" type="datetimeFigureOut">
              <a:rPr lang="en-US" smtClean="0"/>
            </a:fld>
            <a:endParaRPr lang="en-US"/>
          </a:p>
        </p:txBody>
      </p:sp>
      <p:sp>
        <p:nvSpPr>
          <p:cNvPr id="6" name="Slide Number Placeholder 5"/>
          <p:cNvSpPr>
            <a:spLocks noGrp="1"/>
          </p:cNvSpPr>
          <p:nvPr>
            <p:ph type="sldNum" sz="quarter" idx="4"/>
          </p:nvPr>
        </p:nvSpPr>
        <p:spPr>
          <a:xfrm>
            <a:off x="9828211" y="6400800"/>
            <a:ext cx="838201"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2A013F82-EE5E-44EE-A61D-E31C6657F26F}" type="slidenum">
              <a:rPr lang="en-US" smtClean="0"/>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p:titleStyle>
    <p:bodyStyle>
      <a:lvl1pPr marL="224155" indent="-224155" algn="l" defTabSz="914400" rtl="0" eaLnBrk="1" latinLnBrk="0" hangingPunct="1">
        <a:lnSpc>
          <a:spcPct val="90000"/>
        </a:lnSpc>
        <a:spcBef>
          <a:spcPts val="1800"/>
        </a:spcBef>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463550" indent="-231775" algn="l" defTabSz="914400" rtl="0" eaLnBrk="1" latinLnBrk="0" hangingPunct="1">
        <a:lnSpc>
          <a:spcPct val="90000"/>
        </a:lnSpc>
        <a:spcBef>
          <a:spcPts val="1200"/>
        </a:spcBef>
        <a:buClr>
          <a:schemeClr val="accent1"/>
        </a:buClr>
        <a:buSzPct val="100000"/>
        <a:buFont typeface="Arial" panose="020B0604020202020204" pitchFamily="34" charset="0"/>
        <a:buChar char="•"/>
        <a:defRPr sz="2000" kern="1200">
          <a:solidFill>
            <a:schemeClr val="tx1"/>
          </a:solidFill>
          <a:latin typeface="+mn-lt"/>
          <a:ea typeface="+mn-ea"/>
          <a:cs typeface="+mn-cs"/>
        </a:defRPr>
      </a:lvl2pPr>
      <a:lvl3pPr marL="682625" indent="-219075" algn="l" defTabSz="914400" rtl="0" eaLnBrk="1" latinLnBrk="0" hangingPunct="1">
        <a:lnSpc>
          <a:spcPct val="90000"/>
        </a:lnSpc>
        <a:spcBef>
          <a:spcPts val="600"/>
        </a:spcBef>
        <a:buClr>
          <a:schemeClr val="accent1"/>
        </a:buClr>
        <a:buSzPct val="100000"/>
        <a:buFont typeface="Arial" panose="020B0604020202020204" pitchFamily="34" charset="0"/>
        <a:buChar char="•"/>
        <a:defRPr sz="1800" kern="1200">
          <a:solidFill>
            <a:schemeClr val="tx1"/>
          </a:solidFill>
          <a:latin typeface="+mn-lt"/>
          <a:ea typeface="+mn-ea"/>
          <a:cs typeface="+mn-cs"/>
        </a:defRPr>
      </a:lvl3pPr>
      <a:lvl4pPr marL="857250" indent="-174625" algn="l" defTabSz="914400" rtl="0" eaLnBrk="1" latinLnBrk="0" hangingPunct="1">
        <a:lnSpc>
          <a:spcPct val="90000"/>
        </a:lnSpc>
        <a:spcBef>
          <a:spcPts val="600"/>
        </a:spcBef>
        <a:buClr>
          <a:schemeClr val="accent1"/>
        </a:buClr>
        <a:buSzPct val="100000"/>
        <a:buFont typeface="Arial" panose="020B0604020202020204" pitchFamily="34" charset="0"/>
        <a:buChar char="•"/>
        <a:defRPr sz="1600" kern="1200">
          <a:solidFill>
            <a:schemeClr val="tx1"/>
          </a:solidFill>
          <a:latin typeface="+mn-lt"/>
          <a:ea typeface="+mn-ea"/>
          <a:cs typeface="+mn-cs"/>
        </a:defRPr>
      </a:lvl4pPr>
      <a:lvl5pPr marL="1030605" indent="-173355" algn="l" defTabSz="914400" rtl="0" eaLnBrk="1" latinLnBrk="0" hangingPunct="1">
        <a:lnSpc>
          <a:spcPct val="90000"/>
        </a:lnSpc>
        <a:spcBef>
          <a:spcPts val="600"/>
        </a:spcBef>
        <a:buClr>
          <a:schemeClr val="accent1"/>
        </a:buClr>
        <a:buSzPct val="100000"/>
        <a:buFont typeface="Arial" panose="020B0604020202020204" pitchFamily="34" charset="0"/>
        <a:buChar char="•"/>
        <a:defRPr sz="1600" kern="1200">
          <a:solidFill>
            <a:schemeClr val="tx1"/>
          </a:solidFill>
          <a:latin typeface="+mn-lt"/>
          <a:ea typeface="+mn-ea"/>
          <a:cs typeface="+mn-cs"/>
        </a:defRPr>
      </a:lvl5pPr>
      <a:lvl6pPr marL="1207135" indent="-173990" algn="l" defTabSz="914400" rtl="0" eaLnBrk="1" latinLnBrk="0" hangingPunct="1">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6pPr>
      <a:lvl7pPr marL="1380490" indent="-173990" algn="l" defTabSz="914400" rtl="0" eaLnBrk="1" latinLnBrk="0" hangingPunct="1">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7pPr>
      <a:lvl8pPr marL="1554480" indent="-173990" algn="l" defTabSz="914400" rtl="0" eaLnBrk="1" latinLnBrk="0" hangingPunct="1">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8pPr>
      <a:lvl9pPr marL="1728470" indent="-173990" algn="l" defTabSz="914400" rtl="0" eaLnBrk="1" latinLnBrk="0" hangingPunct="1">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621804" y="609734"/>
            <a:ext cx="9361040" cy="2808312"/>
          </a:xfrm>
        </p:spPr>
        <p:txBody>
          <a:bodyPr/>
          <a:lstStyle/>
          <a:p>
            <a:pPr>
              <a:lnSpc>
                <a:spcPct val="100000"/>
              </a:lnSpc>
            </a:pPr>
            <a:r>
              <a:rPr lang="en-US"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CI/CD Pipeline for Student Portfolio Website</a:t>
            </a:r>
            <a:endParaRPr lang="en-US"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Subtitle 3"/>
          <p:cNvSpPr>
            <a:spLocks noGrp="1"/>
          </p:cNvSpPr>
          <p:nvPr>
            <p:ph type="subTitle" idx="1"/>
          </p:nvPr>
        </p:nvSpPr>
        <p:spPr>
          <a:xfrm>
            <a:off x="513792" y="3933056"/>
            <a:ext cx="9829092" cy="2664296"/>
          </a:xfrm>
        </p:spPr>
        <p:txBody>
          <a:bodyPr>
            <a:normAutofit fontScale="70000" lnSpcReduction="20000"/>
          </a:bodyPr>
          <a:lstStyle/>
          <a:p>
            <a:pPr>
              <a:lnSpc>
                <a:spcPct val="150000"/>
              </a:lnSpc>
            </a:pPr>
            <a:r>
              <a:rPr lang="it-IT" sz="2400" b="1" i="1" cap="none" dirty="0">
                <a:solidFill>
                  <a:schemeClr val="bg2">
                    <a:lumMod val="25000"/>
                    <a:lumOff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USING AWS CODEPIPELINE, CODEBUILD AND CODEDEPLOY</a:t>
            </a:r>
            <a:endParaRPr lang="it-IT" sz="2400" b="1" i="1" cap="none" dirty="0">
              <a:solidFill>
                <a:schemeClr val="bg2">
                  <a:lumMod val="25000"/>
                  <a:lumOff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endParaRPr lang="it-IT" sz="2400" b="1" cap="none" dirty="0">
              <a:latin typeface="Times New Roman" panose="02020603050405020304" pitchFamily="18" charset="0"/>
              <a:cs typeface="Times New Roman" panose="02020603050405020304" pitchFamily="18" charset="0"/>
            </a:endParaRPr>
          </a:p>
          <a:p>
            <a:pPr algn="r">
              <a:spcAft>
                <a:spcPts val="1200"/>
              </a:spcAft>
            </a:pPr>
            <a:r>
              <a:rPr lang="it-IT" sz="2400" b="1" i="1" cap="none" dirty="0">
                <a:solidFill>
                  <a:schemeClr val="accent3">
                    <a:lumMod val="40000"/>
                    <a:lumOff val="60000"/>
                  </a:schemeClr>
                </a:solidFill>
                <a:latin typeface="Times New Roman" panose="02020603050405020304" pitchFamily="18" charset="0"/>
                <a:cs typeface="Times New Roman" panose="02020603050405020304" pitchFamily="18" charset="0"/>
              </a:rPr>
              <a:t>PRESENTED BY :</a:t>
            </a:r>
            <a:endParaRPr lang="it-IT" sz="2400" b="1" i="1" cap="none" dirty="0">
              <a:solidFill>
                <a:schemeClr val="accent3">
                  <a:lumMod val="40000"/>
                  <a:lumOff val="60000"/>
                </a:schemeClr>
              </a:solidFill>
              <a:latin typeface="Times New Roman" panose="02020603050405020304" pitchFamily="18" charset="0"/>
              <a:cs typeface="Times New Roman" panose="02020603050405020304" pitchFamily="18" charset="0"/>
            </a:endParaRPr>
          </a:p>
          <a:p>
            <a:pPr algn="r">
              <a:lnSpc>
                <a:spcPct val="170000"/>
              </a:lnSpc>
            </a:pPr>
            <a:r>
              <a:rPr lang="it-IT" sz="2100" i="1" cap="none" dirty="0">
                <a:solidFill>
                  <a:schemeClr val="accent3">
                    <a:lumMod val="40000"/>
                    <a:lumOff val="60000"/>
                  </a:schemeClr>
                </a:solidFill>
                <a:latin typeface="Times New Roman" panose="02020603050405020304" pitchFamily="18" charset="0"/>
                <a:cs typeface="Times New Roman" panose="02020603050405020304" pitchFamily="18" charset="0"/>
              </a:rPr>
              <a:t>Y.VENI VANDHANA</a:t>
            </a:r>
            <a:endParaRPr lang="it-IT" sz="2100" i="1" cap="none" dirty="0">
              <a:solidFill>
                <a:schemeClr val="accent3">
                  <a:lumMod val="40000"/>
                  <a:lumOff val="60000"/>
                </a:schemeClr>
              </a:solidFill>
              <a:latin typeface="Times New Roman" panose="02020603050405020304" pitchFamily="18" charset="0"/>
              <a:cs typeface="Times New Roman" panose="02020603050405020304" pitchFamily="18" charset="0"/>
            </a:endParaRPr>
          </a:p>
          <a:p>
            <a:pPr algn="r">
              <a:lnSpc>
                <a:spcPct val="170000"/>
              </a:lnSpc>
            </a:pPr>
            <a:r>
              <a:rPr lang="it-IT" sz="2100" i="1" cap="none" dirty="0">
                <a:solidFill>
                  <a:schemeClr val="accent3">
                    <a:lumMod val="40000"/>
                    <a:lumOff val="60000"/>
                  </a:schemeClr>
                </a:solidFill>
                <a:latin typeface="Times New Roman" panose="02020603050405020304" pitchFamily="18" charset="0"/>
                <a:cs typeface="Times New Roman" panose="02020603050405020304" pitchFamily="18" charset="0"/>
              </a:rPr>
              <a:t>D.PAVANI SURYA KUMARI</a:t>
            </a:r>
            <a:endParaRPr lang="it-IT" sz="2100" i="1" cap="none" dirty="0">
              <a:solidFill>
                <a:schemeClr val="accent3">
                  <a:lumMod val="40000"/>
                  <a:lumOff val="60000"/>
                </a:schemeClr>
              </a:solidFill>
              <a:latin typeface="Times New Roman" panose="02020603050405020304" pitchFamily="18" charset="0"/>
              <a:cs typeface="Times New Roman" panose="02020603050405020304" pitchFamily="18" charset="0"/>
            </a:endParaRPr>
          </a:p>
          <a:p>
            <a:pPr algn="r">
              <a:lnSpc>
                <a:spcPct val="170000"/>
              </a:lnSpc>
            </a:pPr>
            <a:r>
              <a:rPr lang="it-IT" sz="2100" i="1" cap="none" dirty="0">
                <a:solidFill>
                  <a:schemeClr val="accent3">
                    <a:lumMod val="40000"/>
                    <a:lumOff val="60000"/>
                  </a:schemeClr>
                </a:solidFill>
                <a:latin typeface="Times New Roman" panose="02020603050405020304" pitchFamily="18" charset="0"/>
                <a:cs typeface="Times New Roman" panose="02020603050405020304" pitchFamily="18" charset="0"/>
              </a:rPr>
              <a:t>M.SANJANA</a:t>
            </a:r>
            <a:endParaRPr lang="it-IT" sz="2100" i="1" cap="none" dirty="0">
              <a:solidFill>
                <a:schemeClr val="accent3">
                  <a:lumMod val="40000"/>
                  <a:lumOff val="60000"/>
                </a:schemeClr>
              </a:solidFill>
              <a:latin typeface="Times New Roman" panose="02020603050405020304" pitchFamily="18" charset="0"/>
              <a:cs typeface="Times New Roman" panose="02020603050405020304" pitchFamily="18" charset="0"/>
            </a:endParaRPr>
          </a:p>
          <a:p>
            <a:pPr algn="r">
              <a:lnSpc>
                <a:spcPct val="170000"/>
              </a:lnSpc>
            </a:pPr>
            <a:r>
              <a:rPr lang="it-IT" sz="2100" i="1" cap="none" dirty="0">
                <a:solidFill>
                  <a:schemeClr val="accent3">
                    <a:lumMod val="40000"/>
                    <a:lumOff val="60000"/>
                  </a:schemeClr>
                </a:solidFill>
                <a:latin typeface="Times New Roman" panose="02020603050405020304" pitchFamily="18" charset="0"/>
                <a:cs typeface="Times New Roman" panose="02020603050405020304" pitchFamily="18" charset="0"/>
              </a:rPr>
              <a:t>M.TENNY SAMUEL SWARAJ</a:t>
            </a:r>
            <a:endParaRPr lang="it-IT" sz="2100" i="1" cap="none" dirty="0">
              <a:solidFill>
                <a:schemeClr val="accent3">
                  <a:lumMod val="40000"/>
                  <a:lumOff val="60000"/>
                </a:schemeClr>
              </a:solidFill>
              <a:latin typeface="Times New Roman" panose="02020603050405020304" pitchFamily="18" charset="0"/>
              <a:cs typeface="Times New Roman" panose="02020603050405020304" pitchFamily="18" charset="0"/>
            </a:endParaRPr>
          </a:p>
          <a:p>
            <a:pPr algn="r">
              <a:lnSpc>
                <a:spcPct val="170000"/>
              </a:lnSpc>
            </a:pPr>
            <a:r>
              <a:rPr lang="it-IT" sz="2100" i="1" cap="none" dirty="0">
                <a:solidFill>
                  <a:schemeClr val="accent3">
                    <a:lumMod val="40000"/>
                    <a:lumOff val="60000"/>
                  </a:schemeClr>
                </a:solidFill>
                <a:latin typeface="Times New Roman" panose="02020603050405020304" pitchFamily="18" charset="0"/>
                <a:cs typeface="Times New Roman" panose="02020603050405020304" pitchFamily="18" charset="0"/>
              </a:rPr>
              <a:t>U.KOUSALYA</a:t>
            </a:r>
            <a:endParaRPr lang="it-IT" sz="2100" i="1" cap="none" dirty="0">
              <a:solidFill>
                <a:schemeClr val="accent3">
                  <a:lumMod val="40000"/>
                  <a:lumOff val="60000"/>
                </a:schemeClr>
              </a:solidFill>
              <a:latin typeface="Times New Roman" panose="02020603050405020304" pitchFamily="18" charset="0"/>
              <a:cs typeface="Times New Roman" panose="02020603050405020304" pitchFamily="18" charset="0"/>
            </a:endParaRPr>
          </a:p>
          <a:p>
            <a:pPr algn="ctr"/>
            <a:endParaRPr lang="it-IT" sz="2400" i="1" cap="none" dirty="0">
              <a:solidFill>
                <a:srgbClr val="008000"/>
              </a:solidFill>
              <a:latin typeface="Times New Roman" panose="02020603050405020304" pitchFamily="18" charset="0"/>
              <a:cs typeface="Times New Roman" panose="02020603050405020304" pitchFamily="18" charset="0"/>
            </a:endParaRPr>
          </a:p>
          <a:p>
            <a:pPr algn="ctr"/>
            <a:endParaRPr lang="it-IT" sz="2400" i="1" cap="none" dirty="0">
              <a:solidFill>
                <a:schemeClr val="accent3">
                  <a:lumMod val="40000"/>
                  <a:lumOff val="60000"/>
                </a:schemeClr>
              </a:solidFill>
              <a:latin typeface="Times New Roman" panose="02020603050405020304" pitchFamily="18" charset="0"/>
              <a:cs typeface="Times New Roman" panose="02020603050405020304" pitchFamily="18" charset="0"/>
            </a:endParaRPr>
          </a:p>
          <a:p>
            <a:pPr algn="r"/>
            <a:endParaRPr lang="it-IT" cap="none" dirty="0"/>
          </a:p>
          <a:p>
            <a:pPr algn="r"/>
            <a:endParaRPr lang="it-IT" cap="none"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701924" y="476672"/>
            <a:ext cx="2627783" cy="771872"/>
          </a:xfrm>
        </p:spPr>
        <p:txBody>
          <a:bodyPr/>
          <a:lstStyle/>
          <a:p>
            <a:r>
              <a:rPr lang="en-US" b="1" i="1" dirty="0">
                <a:latin typeface="Times New Roman" panose="02020603050405020304" pitchFamily="18" charset="0"/>
                <a:cs typeface="Times New Roman" panose="02020603050405020304" pitchFamily="18" charset="0"/>
              </a:rPr>
              <a:t>AGENDA</a:t>
            </a:r>
            <a:endParaRPr lang="en-US" b="1" i="1" dirty="0">
              <a:latin typeface="Times New Roman" panose="02020603050405020304" pitchFamily="18" charset="0"/>
              <a:cs typeface="Times New Roman" panose="02020603050405020304" pitchFamily="18" charset="0"/>
            </a:endParaRPr>
          </a:p>
        </p:txBody>
      </p:sp>
      <p:sp>
        <p:nvSpPr>
          <p:cNvPr id="14" name="Content Placeholder 13"/>
          <p:cNvSpPr>
            <a:spLocks noGrp="1"/>
          </p:cNvSpPr>
          <p:nvPr>
            <p:ph idx="1"/>
          </p:nvPr>
        </p:nvSpPr>
        <p:spPr>
          <a:xfrm>
            <a:off x="2205980" y="1556792"/>
            <a:ext cx="4571999" cy="4704184"/>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Project Overview</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What is Ci/Cd</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CI/CD Workflow</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Pipeline Process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AWS services used</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Project Architecture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CI/CD pipeline and screenshot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Output screenshot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Benefits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a:p>
            <a:endParaRPr lang="en-US" dirty="0"/>
          </a:p>
          <a:p>
            <a:endParaRPr lang="en-US" dirty="0"/>
          </a:p>
          <a:p>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981844" y="116632"/>
            <a:ext cx="9144001" cy="1923660"/>
          </a:xfrm>
        </p:spPr>
        <p:txBody>
          <a:bodyPr>
            <a:noAutofit/>
          </a:bodyPr>
          <a:lstStyle/>
          <a:p>
            <a:pPr>
              <a:lnSpc>
                <a:spcPct val="150000"/>
              </a:lnSpc>
            </a:pPr>
            <a:r>
              <a:rPr lang="en-US" sz="2800" b="1" dirty="0">
                <a:latin typeface="Times New Roman" panose="02020603050405020304" pitchFamily="18" charset="0"/>
                <a:cs typeface="Times New Roman" panose="02020603050405020304" pitchFamily="18" charset="0"/>
              </a:rPr>
              <a:t>PROJECT OVERVIEW</a:t>
            </a:r>
            <a:br>
              <a:rPr lang="en-US" sz="2800" b="1" i="1" dirty="0">
                <a:latin typeface="Times New Roman" panose="02020603050405020304" pitchFamily="18" charset="0"/>
                <a:cs typeface="Times New Roman" panose="02020603050405020304" pitchFamily="18" charset="0"/>
              </a:rPr>
            </a:br>
            <a:r>
              <a:rPr lang="en-US" sz="2800" b="1" i="1" dirty="0">
                <a:latin typeface="Times New Roman" panose="02020603050405020304" pitchFamily="18" charset="0"/>
                <a:cs typeface="Times New Roman" panose="02020603050405020304" pitchFamily="18" charset="0"/>
              </a:rPr>
              <a:t>Project: Student Portfolio Website</a:t>
            </a:r>
            <a:br>
              <a:rPr lang="en-US" sz="2800" b="1" i="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Technologies Used: </a:t>
            </a:r>
            <a:endParaRPr lang="en-US" sz="2800" b="1" dirty="0">
              <a:latin typeface="Times New Roman" panose="02020603050405020304" pitchFamily="18" charset="0"/>
              <a:cs typeface="Times New Roman" panose="02020603050405020304" pitchFamily="18" charset="0"/>
            </a:endParaRPr>
          </a:p>
        </p:txBody>
      </p:sp>
      <p:sp>
        <p:nvSpPr>
          <p:cNvPr id="14" name="Content Placeholder 13"/>
          <p:cNvSpPr>
            <a:spLocks noGrp="1"/>
          </p:cNvSpPr>
          <p:nvPr>
            <p:ph idx="1"/>
          </p:nvPr>
        </p:nvSpPr>
        <p:spPr>
          <a:xfrm>
            <a:off x="2205980" y="2276872"/>
            <a:ext cx="3168352" cy="4332313"/>
          </a:xfrm>
        </p:spPr>
        <p:txBody>
          <a:bodyPr>
            <a:normAutofit fontScale="92500"/>
          </a:bodyPr>
          <a:lstStyle/>
          <a:p>
            <a:r>
              <a:rPr lang="en-US" dirty="0">
                <a:latin typeface="Times New Roman" panose="02020603050405020304" pitchFamily="18" charset="0"/>
                <a:cs typeface="Times New Roman" panose="02020603050405020304" pitchFamily="18" charset="0"/>
              </a:rPr>
              <a:t>HTML</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CSS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JAVASCRIPT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GITHUB</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AWS CODEPIPELINE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AWS CODEBUILD</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AWS CODEDEPLOY</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AMAZON EC2</a:t>
            </a:r>
            <a:endParaRPr lang="en-US"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4172" y="117104"/>
            <a:ext cx="3347863" cy="914401"/>
          </a:xfrm>
        </p:spPr>
        <p:txBody>
          <a:bodyPr>
            <a:normAutofit fontScale="90000"/>
          </a:bodyPr>
          <a:lstStyle/>
          <a:p>
            <a:r>
              <a:rPr lang="en-US" sz="4000" b="1" dirty="0">
                <a:latin typeface="Times New Roman" panose="02020603050405020304" pitchFamily="18" charset="0"/>
                <a:cs typeface="Times New Roman" panose="02020603050405020304" pitchFamily="18" charset="0"/>
              </a:rPr>
              <a:t>What is CI/CD</a:t>
            </a:r>
            <a:endParaRPr lang="en-US" sz="4000"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837828" y="1124744"/>
            <a:ext cx="9073008" cy="648072"/>
          </a:xfrm>
        </p:spPr>
        <p:txBody>
          <a:bodyPr/>
          <a:lstStyle/>
          <a:p>
            <a:r>
              <a:rPr lang="en-US" b="1" i="1" dirty="0">
                <a:latin typeface="Times New Roman" panose="02020603050405020304" pitchFamily="18" charset="0"/>
                <a:cs typeface="Times New Roman" panose="02020603050405020304" pitchFamily="18" charset="0"/>
              </a:rPr>
              <a:t>Continuous integration &amp; continuous deployment</a:t>
            </a:r>
            <a:endParaRPr lang="en-US" b="1" i="1"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half" idx="2"/>
          </p:nvPr>
        </p:nvSpPr>
        <p:spPr>
          <a:xfrm>
            <a:off x="657808" y="1892830"/>
            <a:ext cx="10873208" cy="4566592"/>
          </a:xfrm>
        </p:spPr>
        <p:txBody>
          <a:bodyPr>
            <a:normAutofit fontScale="92500" lnSpcReduction="20000"/>
          </a:bodyPr>
          <a:lstStyle/>
          <a:p>
            <a:pPr>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It is a modern software development practice that automates the process of building, testing and releasing code. By eliminating manual tasks and caching bugs early, it allows development to ship updates faster and more reliably</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BEFORE CI/CD:</a:t>
            </a:r>
            <a:endParaRPr 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Manual deployment</a:t>
            </a:r>
            <a:endParaRPr 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Time consuming</a:t>
            </a:r>
            <a:endParaRPr 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Human errors                                           </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AFTER CI/CD:</a:t>
            </a:r>
            <a:endParaRPr 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Automated deployment</a:t>
            </a:r>
            <a:endParaRPr 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Faster updates</a:t>
            </a:r>
            <a:endParaRPr 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Reliable and Scalable</a:t>
            </a:r>
            <a:endParaRPr lang="en-US"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8272" y="384070"/>
            <a:ext cx="4868755" cy="813250"/>
          </a:xfrm>
        </p:spPr>
        <p:txBody>
          <a:bodyPr/>
          <a:lstStyle/>
          <a:p>
            <a:r>
              <a:rPr lang="en-US" b="1" i="1" dirty="0">
                <a:latin typeface="Times New Roman" panose="02020603050405020304" pitchFamily="18" charset="0"/>
                <a:cs typeface="Times New Roman" panose="02020603050405020304" pitchFamily="18" charset="0"/>
              </a:rPr>
              <a:t>CI/CD WORKFLOW:</a:t>
            </a:r>
            <a:endParaRPr lang="en-US" b="1" i="1"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half" idx="2"/>
          </p:nvPr>
        </p:nvSpPr>
        <p:spPr>
          <a:xfrm>
            <a:off x="405780" y="1651448"/>
            <a:ext cx="11161240" cy="4945903"/>
          </a:xfrm>
        </p:spPr>
        <p:txBody>
          <a:bodyPr>
            <a:normAutofit fontScale="40000" lnSpcReduction="20000"/>
          </a:bodyPr>
          <a:lstStyle/>
          <a:p>
            <a:pPr marL="0" indent="0" algn="ctr">
              <a:buNone/>
            </a:pPr>
            <a:r>
              <a:rPr lang="en-US" sz="6400" dirty="0">
                <a:latin typeface="Times New Roman" panose="02020603050405020304" pitchFamily="18" charset="0"/>
                <a:cs typeface="Times New Roman" panose="02020603050405020304" pitchFamily="18" charset="0"/>
              </a:rPr>
              <a:t>Developer</a:t>
            </a:r>
            <a:endParaRPr lang="en-US" sz="6400" dirty="0">
              <a:latin typeface="Times New Roman" panose="02020603050405020304" pitchFamily="18" charset="0"/>
              <a:cs typeface="Times New Roman" panose="02020603050405020304" pitchFamily="18" charset="0"/>
            </a:endParaRPr>
          </a:p>
          <a:p>
            <a:pPr marL="0" indent="0" algn="ctr">
              <a:spcBef>
                <a:spcPts val="0"/>
              </a:spcBef>
              <a:buNone/>
            </a:pPr>
            <a:endParaRPr lang="en-US" sz="6400" dirty="0">
              <a:latin typeface="Times New Roman" panose="02020603050405020304" pitchFamily="18" charset="0"/>
              <a:cs typeface="Times New Roman" panose="02020603050405020304" pitchFamily="18" charset="0"/>
            </a:endParaRPr>
          </a:p>
          <a:p>
            <a:pPr marL="0" indent="0" algn="ctr">
              <a:spcBef>
                <a:spcPts val="0"/>
              </a:spcBef>
              <a:buNone/>
            </a:pPr>
            <a:endParaRPr lang="en-US" sz="6400" dirty="0">
              <a:latin typeface="Times New Roman" panose="02020603050405020304" pitchFamily="18" charset="0"/>
              <a:cs typeface="Times New Roman" panose="02020603050405020304" pitchFamily="18" charset="0"/>
            </a:endParaRPr>
          </a:p>
          <a:p>
            <a:pPr marL="0" indent="0" algn="ctr">
              <a:spcBef>
                <a:spcPts val="0"/>
              </a:spcBef>
              <a:buNone/>
            </a:pPr>
            <a:r>
              <a:rPr lang="en-US" sz="6400" dirty="0">
                <a:latin typeface="Times New Roman" panose="02020603050405020304" pitchFamily="18" charset="0"/>
                <a:cs typeface="Times New Roman" panose="02020603050405020304" pitchFamily="18" charset="0"/>
              </a:rPr>
              <a:t>GitHub Repository</a:t>
            </a:r>
            <a:endParaRPr lang="en-US" sz="6400" dirty="0">
              <a:latin typeface="Times New Roman" panose="02020603050405020304" pitchFamily="18" charset="0"/>
              <a:cs typeface="Times New Roman" panose="02020603050405020304" pitchFamily="18" charset="0"/>
            </a:endParaRPr>
          </a:p>
          <a:p>
            <a:pPr marL="0" indent="0" algn="ctr">
              <a:spcBef>
                <a:spcPts val="0"/>
              </a:spcBef>
              <a:buNone/>
            </a:pPr>
            <a:r>
              <a:rPr lang="en-US" sz="6400" dirty="0">
                <a:latin typeface="Times New Roman" panose="02020603050405020304" pitchFamily="18" charset="0"/>
                <a:cs typeface="Times New Roman" panose="02020603050405020304" pitchFamily="18" charset="0"/>
              </a:rPr>
              <a:t>    </a:t>
            </a:r>
            <a:endParaRPr lang="en-US" sz="6400" dirty="0">
              <a:latin typeface="Times New Roman" panose="02020603050405020304" pitchFamily="18" charset="0"/>
              <a:cs typeface="Times New Roman" panose="02020603050405020304" pitchFamily="18" charset="0"/>
            </a:endParaRPr>
          </a:p>
          <a:p>
            <a:pPr marL="0" indent="0" algn="ctr">
              <a:spcBef>
                <a:spcPts val="0"/>
              </a:spcBef>
              <a:buNone/>
            </a:pPr>
            <a:r>
              <a:rPr lang="en-US" sz="6400" dirty="0">
                <a:latin typeface="Times New Roman" panose="02020603050405020304" pitchFamily="18" charset="0"/>
                <a:cs typeface="Times New Roman" panose="02020603050405020304" pitchFamily="18" charset="0"/>
              </a:rPr>
              <a:t>    </a:t>
            </a:r>
            <a:endParaRPr lang="en-US" sz="6400" dirty="0">
              <a:latin typeface="Times New Roman" panose="02020603050405020304" pitchFamily="18" charset="0"/>
              <a:cs typeface="Times New Roman" panose="02020603050405020304" pitchFamily="18" charset="0"/>
            </a:endParaRPr>
          </a:p>
          <a:p>
            <a:pPr marL="0" indent="0" algn="ctr">
              <a:spcBef>
                <a:spcPts val="0"/>
              </a:spcBef>
              <a:buNone/>
            </a:pPr>
            <a:r>
              <a:rPr lang="en-US" sz="6400" dirty="0">
                <a:latin typeface="Times New Roman" panose="02020603050405020304" pitchFamily="18" charset="0"/>
                <a:cs typeface="Times New Roman" panose="02020603050405020304" pitchFamily="18" charset="0"/>
              </a:rPr>
              <a:t>AWS </a:t>
            </a:r>
            <a:r>
              <a:rPr lang="en-US" sz="6400" dirty="0" err="1">
                <a:latin typeface="Times New Roman" panose="02020603050405020304" pitchFamily="18" charset="0"/>
                <a:cs typeface="Times New Roman" panose="02020603050405020304" pitchFamily="18" charset="0"/>
              </a:rPr>
              <a:t>CodePipeline</a:t>
            </a:r>
            <a:endParaRPr lang="en-US" sz="6400" dirty="0">
              <a:latin typeface="Times New Roman" panose="02020603050405020304" pitchFamily="18" charset="0"/>
              <a:cs typeface="Times New Roman" panose="02020603050405020304" pitchFamily="18" charset="0"/>
            </a:endParaRPr>
          </a:p>
          <a:p>
            <a:pPr marL="0" indent="0" algn="ctr">
              <a:spcBef>
                <a:spcPts val="0"/>
              </a:spcBef>
              <a:buNone/>
            </a:pPr>
            <a:r>
              <a:rPr lang="en-US" sz="6400" dirty="0">
                <a:latin typeface="Times New Roman" panose="02020603050405020304" pitchFamily="18" charset="0"/>
                <a:cs typeface="Times New Roman" panose="02020603050405020304" pitchFamily="18" charset="0"/>
              </a:rPr>
              <a:t>    </a:t>
            </a:r>
            <a:endParaRPr lang="en-US" sz="6400" dirty="0">
              <a:latin typeface="Times New Roman" panose="02020603050405020304" pitchFamily="18" charset="0"/>
              <a:cs typeface="Times New Roman" panose="02020603050405020304" pitchFamily="18" charset="0"/>
            </a:endParaRPr>
          </a:p>
          <a:p>
            <a:pPr marL="0" indent="0" algn="ctr">
              <a:spcBef>
                <a:spcPts val="0"/>
              </a:spcBef>
              <a:buNone/>
            </a:pPr>
            <a:r>
              <a:rPr lang="en-US" sz="6400" dirty="0">
                <a:latin typeface="Times New Roman" panose="02020603050405020304" pitchFamily="18" charset="0"/>
                <a:cs typeface="Times New Roman" panose="02020603050405020304" pitchFamily="18" charset="0"/>
              </a:rPr>
              <a:t>    </a:t>
            </a:r>
            <a:endParaRPr lang="en-US" sz="6400" dirty="0">
              <a:latin typeface="Times New Roman" panose="02020603050405020304" pitchFamily="18" charset="0"/>
              <a:cs typeface="Times New Roman" panose="02020603050405020304" pitchFamily="18" charset="0"/>
            </a:endParaRPr>
          </a:p>
          <a:p>
            <a:pPr marL="0" indent="0" algn="ctr">
              <a:spcBef>
                <a:spcPts val="0"/>
              </a:spcBef>
              <a:buNone/>
            </a:pPr>
            <a:r>
              <a:rPr lang="en-US" sz="6400" dirty="0">
                <a:latin typeface="Times New Roman" panose="02020603050405020304" pitchFamily="18" charset="0"/>
                <a:cs typeface="Times New Roman" panose="02020603050405020304" pitchFamily="18" charset="0"/>
              </a:rPr>
              <a:t>AWS </a:t>
            </a:r>
            <a:r>
              <a:rPr lang="en-US" sz="6400" dirty="0" err="1">
                <a:latin typeface="Times New Roman" panose="02020603050405020304" pitchFamily="18" charset="0"/>
                <a:cs typeface="Times New Roman" panose="02020603050405020304" pitchFamily="18" charset="0"/>
              </a:rPr>
              <a:t>CodeBuild</a:t>
            </a:r>
            <a:r>
              <a:rPr lang="en-US" sz="6400" dirty="0">
                <a:latin typeface="Times New Roman" panose="02020603050405020304" pitchFamily="18" charset="0"/>
                <a:cs typeface="Times New Roman" panose="02020603050405020304" pitchFamily="18" charset="0"/>
              </a:rPr>
              <a:t> (Build Website)</a:t>
            </a:r>
            <a:endParaRPr lang="en-US" sz="6400" dirty="0">
              <a:latin typeface="Times New Roman" panose="02020603050405020304" pitchFamily="18" charset="0"/>
              <a:cs typeface="Times New Roman" panose="02020603050405020304" pitchFamily="18" charset="0"/>
            </a:endParaRPr>
          </a:p>
          <a:p>
            <a:pPr marL="0" indent="0" algn="ctr">
              <a:spcBef>
                <a:spcPts val="0"/>
              </a:spcBef>
              <a:buNone/>
            </a:pPr>
            <a:endParaRPr lang="en-US" sz="6400" dirty="0">
              <a:latin typeface="Times New Roman" panose="02020603050405020304" pitchFamily="18" charset="0"/>
              <a:cs typeface="Times New Roman" panose="02020603050405020304" pitchFamily="18" charset="0"/>
            </a:endParaRPr>
          </a:p>
          <a:p>
            <a:pPr marL="0" indent="0" algn="ctr">
              <a:spcBef>
                <a:spcPts val="0"/>
              </a:spcBef>
              <a:buNone/>
            </a:pPr>
            <a:r>
              <a:rPr lang="en-US" sz="6400" dirty="0">
                <a:latin typeface="Times New Roman" panose="02020603050405020304" pitchFamily="18" charset="0"/>
                <a:cs typeface="Times New Roman" panose="02020603050405020304" pitchFamily="18" charset="0"/>
              </a:rPr>
              <a:t> </a:t>
            </a:r>
            <a:endParaRPr lang="en-US" sz="6400" dirty="0">
              <a:latin typeface="Times New Roman" panose="02020603050405020304" pitchFamily="18" charset="0"/>
              <a:cs typeface="Times New Roman" panose="02020603050405020304" pitchFamily="18" charset="0"/>
            </a:endParaRPr>
          </a:p>
          <a:p>
            <a:pPr marL="0" indent="0" algn="ctr">
              <a:spcBef>
                <a:spcPts val="0"/>
              </a:spcBef>
              <a:buNone/>
            </a:pPr>
            <a:r>
              <a:rPr lang="en-US" sz="6400" dirty="0">
                <a:latin typeface="Times New Roman" panose="02020603050405020304" pitchFamily="18" charset="0"/>
                <a:cs typeface="Times New Roman" panose="02020603050405020304" pitchFamily="18" charset="0"/>
              </a:rPr>
              <a:t>AWS </a:t>
            </a:r>
            <a:r>
              <a:rPr lang="en-US" sz="6400" dirty="0" err="1">
                <a:latin typeface="Times New Roman" panose="02020603050405020304" pitchFamily="18" charset="0"/>
                <a:cs typeface="Times New Roman" panose="02020603050405020304" pitchFamily="18" charset="0"/>
              </a:rPr>
              <a:t>CodeDeploy</a:t>
            </a:r>
            <a:endParaRPr lang="en-US" sz="6400" dirty="0">
              <a:latin typeface="Times New Roman" panose="02020603050405020304" pitchFamily="18" charset="0"/>
              <a:cs typeface="Times New Roman" panose="02020603050405020304" pitchFamily="18" charset="0"/>
            </a:endParaRPr>
          </a:p>
          <a:p>
            <a:pPr marL="0" indent="0" algn="ctr">
              <a:spcBef>
                <a:spcPts val="0"/>
              </a:spcBef>
              <a:buNone/>
            </a:pPr>
            <a:r>
              <a:rPr lang="en-US" sz="6400" dirty="0">
                <a:latin typeface="Times New Roman" panose="02020603050405020304" pitchFamily="18" charset="0"/>
                <a:cs typeface="Times New Roman" panose="02020603050405020304" pitchFamily="18" charset="0"/>
              </a:rPr>
              <a:t>    </a:t>
            </a:r>
            <a:endParaRPr lang="en-US" sz="6400" dirty="0">
              <a:latin typeface="Times New Roman" panose="02020603050405020304" pitchFamily="18" charset="0"/>
              <a:cs typeface="Times New Roman" panose="02020603050405020304" pitchFamily="18" charset="0"/>
            </a:endParaRPr>
          </a:p>
          <a:p>
            <a:pPr marL="0" indent="0" algn="ctr">
              <a:spcBef>
                <a:spcPts val="0"/>
              </a:spcBef>
              <a:buNone/>
            </a:pPr>
            <a:r>
              <a:rPr lang="en-US" sz="6400" dirty="0">
                <a:latin typeface="Times New Roman" panose="02020603050405020304" pitchFamily="18" charset="0"/>
                <a:cs typeface="Times New Roman" panose="02020603050405020304" pitchFamily="18" charset="0"/>
              </a:rPr>
              <a:t>    </a:t>
            </a:r>
            <a:endParaRPr lang="en-US" sz="6400" dirty="0">
              <a:latin typeface="Times New Roman" panose="02020603050405020304" pitchFamily="18" charset="0"/>
              <a:cs typeface="Times New Roman" panose="02020603050405020304" pitchFamily="18" charset="0"/>
            </a:endParaRPr>
          </a:p>
          <a:p>
            <a:pPr marL="0" indent="0" algn="ctr">
              <a:spcBef>
                <a:spcPts val="0"/>
              </a:spcBef>
              <a:buNone/>
            </a:pPr>
            <a:r>
              <a:rPr lang="en-US" sz="6400" dirty="0">
                <a:latin typeface="Times New Roman" panose="02020603050405020304" pitchFamily="18" charset="0"/>
                <a:cs typeface="Times New Roman" panose="02020603050405020304" pitchFamily="18" charset="0"/>
              </a:rPr>
              <a:t>Amazon EC2 (Student Portfolio Website</a:t>
            </a:r>
            <a:r>
              <a:rPr lang="en-US" sz="6600" dirty="0">
                <a:latin typeface="Times New Roman" panose="02020603050405020304" pitchFamily="18" charset="0"/>
                <a:cs typeface="Times New Roman" panose="02020603050405020304" pitchFamily="18" charset="0"/>
              </a:rPr>
              <a:t>)</a:t>
            </a:r>
            <a:endParaRPr lang="en-US" sz="6600" dirty="0">
              <a:latin typeface="Times New Roman" panose="02020603050405020304" pitchFamily="18" charset="0"/>
              <a:cs typeface="Times New Roman" panose="02020603050405020304" pitchFamily="18" charset="0"/>
            </a:endParaRPr>
          </a:p>
          <a:p>
            <a:pPr marL="0" indent="0" algn="ctr">
              <a:spcBef>
                <a:spcPts val="0"/>
              </a:spcBef>
              <a:buNone/>
            </a:pPr>
            <a:endParaRPr lang="en-US" sz="6400" dirty="0"/>
          </a:p>
        </p:txBody>
      </p:sp>
      <p:sp>
        <p:nvSpPr>
          <p:cNvPr id="5" name="Arrow: Down 4"/>
          <p:cNvSpPr/>
          <p:nvPr/>
        </p:nvSpPr>
        <p:spPr>
          <a:xfrm>
            <a:off x="5842384" y="2060848"/>
            <a:ext cx="252028" cy="2880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Arrow: Down 6"/>
          <p:cNvSpPr/>
          <p:nvPr/>
        </p:nvSpPr>
        <p:spPr>
          <a:xfrm>
            <a:off x="5842384" y="2946718"/>
            <a:ext cx="252028" cy="2880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Arrow: Down 8"/>
          <p:cNvSpPr/>
          <p:nvPr/>
        </p:nvSpPr>
        <p:spPr>
          <a:xfrm>
            <a:off x="5860386" y="3767266"/>
            <a:ext cx="252028" cy="2880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Down 10"/>
          <p:cNvSpPr/>
          <p:nvPr/>
        </p:nvSpPr>
        <p:spPr>
          <a:xfrm>
            <a:off x="5837027" y="5448566"/>
            <a:ext cx="252028" cy="2880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Arrow: Down 12"/>
          <p:cNvSpPr/>
          <p:nvPr/>
        </p:nvSpPr>
        <p:spPr>
          <a:xfrm>
            <a:off x="5837027" y="4587814"/>
            <a:ext cx="252028" cy="2880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909836" y="426368"/>
            <a:ext cx="4536504" cy="914400"/>
          </a:xfrm>
        </p:spPr>
        <p:txBody>
          <a:bodyPr>
            <a:normAutofit fontScale="90000"/>
          </a:bodyPr>
          <a:lstStyle/>
          <a:p>
            <a:r>
              <a:rPr lang="en-US" b="1" i="1" dirty="0">
                <a:latin typeface="Times New Roman" panose="02020603050405020304" pitchFamily="18" charset="0"/>
                <a:cs typeface="Times New Roman" panose="02020603050405020304" pitchFamily="18" charset="0"/>
              </a:rPr>
              <a:t>PIPELINE PROCESS:</a:t>
            </a:r>
            <a:endParaRPr lang="en-US" b="1" i="1" dirty="0">
              <a:latin typeface="Times New Roman" panose="02020603050405020304" pitchFamily="18" charset="0"/>
              <a:cs typeface="Times New Roman" panose="02020603050405020304" pitchFamily="18" charset="0"/>
            </a:endParaRPr>
          </a:p>
        </p:txBody>
      </p:sp>
      <p:sp>
        <p:nvSpPr>
          <p:cNvPr id="14" name="Content Placeholder 13"/>
          <p:cNvSpPr>
            <a:spLocks noGrp="1"/>
          </p:cNvSpPr>
          <p:nvPr>
            <p:ph idx="1"/>
          </p:nvPr>
        </p:nvSpPr>
        <p:spPr>
          <a:xfrm>
            <a:off x="1053852" y="1844824"/>
            <a:ext cx="10369152" cy="3672408"/>
          </a:xfrm>
        </p:spPr>
        <p:txBody>
          <a:bodyPr/>
          <a:lstStyle/>
          <a:p>
            <a:r>
              <a:rPr lang="en-US" dirty="0">
                <a:latin typeface="Times New Roman" panose="02020603050405020304" pitchFamily="18" charset="0"/>
                <a:cs typeface="Times New Roman" panose="02020603050405020304" pitchFamily="18" charset="0"/>
              </a:rPr>
              <a:t>Developer updates the portfolio website.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Code is pushed to GitHub.</a:t>
            </a:r>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CodePipeline</a:t>
            </a:r>
            <a:r>
              <a:rPr lang="en-US" dirty="0">
                <a:latin typeface="Times New Roman" panose="02020603050405020304" pitchFamily="18" charset="0"/>
                <a:cs typeface="Times New Roman" panose="02020603050405020304" pitchFamily="18" charset="0"/>
              </a:rPr>
              <a:t> detects the new commit.</a:t>
            </a:r>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CodeBuild</a:t>
            </a:r>
            <a:r>
              <a:rPr lang="en-US" dirty="0">
                <a:latin typeface="Times New Roman" panose="02020603050405020304" pitchFamily="18" charset="0"/>
                <a:cs typeface="Times New Roman" panose="02020603050405020304" pitchFamily="18" charset="0"/>
              </a:rPr>
              <a:t> validates the project and creates the build artifact.</a:t>
            </a:r>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CodeDeploy</a:t>
            </a:r>
            <a:r>
              <a:rPr lang="en-US" dirty="0">
                <a:latin typeface="Times New Roman" panose="02020603050405020304" pitchFamily="18" charset="0"/>
                <a:cs typeface="Times New Roman" panose="02020603050405020304" pitchFamily="18" charset="0"/>
              </a:rPr>
              <a:t> deploys the latest version to the EC2 instance.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updated portfolio website is available to users.</a:t>
            </a:r>
            <a:endParaRPr lang="en-US"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3812" y="188640"/>
            <a:ext cx="6624736" cy="792088"/>
          </a:xfrm>
        </p:spPr>
        <p:txBody>
          <a:bodyPr/>
          <a:lstStyle/>
          <a:p>
            <a:r>
              <a:rPr lang="en-US" b="1" i="1" dirty="0">
                <a:latin typeface="Times New Roman" panose="02020603050405020304" pitchFamily="18" charset="0"/>
                <a:cs typeface="Times New Roman" panose="02020603050405020304" pitchFamily="18" charset="0"/>
              </a:rPr>
              <a:t>AWS SERVICES USED:</a:t>
            </a:r>
            <a:endParaRPr lang="en-US" b="1" i="1" dirty="0">
              <a:latin typeface="Times New Roman" panose="02020603050405020304" pitchFamily="18" charset="0"/>
              <a:cs typeface="Times New Roman" panose="02020603050405020304" pitchFamily="18" charset="0"/>
            </a:endParaRPr>
          </a:p>
        </p:txBody>
      </p:sp>
      <p:graphicFrame>
        <p:nvGraphicFramePr>
          <p:cNvPr id="6" name="Content Placeholder 5"/>
          <p:cNvGraphicFramePr>
            <a:graphicFrameLocks noGrp="1"/>
          </p:cNvGraphicFramePr>
          <p:nvPr>
            <p:ph sz="half" idx="1"/>
          </p:nvPr>
        </p:nvGraphicFramePr>
        <p:xfrm>
          <a:off x="1125860" y="1412777"/>
          <a:ext cx="9289032" cy="5256585"/>
        </p:xfrm>
        <a:graphic>
          <a:graphicData uri="http://schemas.openxmlformats.org/drawingml/2006/table">
            <a:tbl>
              <a:tblPr firstRow="1" bandRow="1">
                <a:tableStyleId>{5C22544A-7EE6-4342-B048-85BDC9FD1C3A}</a:tableStyleId>
              </a:tblPr>
              <a:tblGrid>
                <a:gridCol w="4644516"/>
                <a:gridCol w="4644516"/>
              </a:tblGrid>
              <a:tr h="655468">
                <a:tc>
                  <a:txBody>
                    <a:bodyPr/>
                    <a:lstStyle/>
                    <a:p>
                      <a:pPr algn="ctr"/>
                      <a:r>
                        <a:rPr lang="en-US" sz="2400" dirty="0">
                          <a:solidFill>
                            <a:srgbClr val="20081B"/>
                          </a:solidFill>
                          <a:latin typeface="Times New Roman" panose="02020603050405020304" pitchFamily="18" charset="0"/>
                          <a:cs typeface="Times New Roman" panose="02020603050405020304" pitchFamily="18" charset="0"/>
                        </a:rPr>
                        <a:t>AWS SERVICE</a:t>
                      </a:r>
                      <a:endParaRPr lang="en-IN" sz="2400" dirty="0">
                        <a:solidFill>
                          <a:srgbClr val="20081B"/>
                        </a:solidFill>
                        <a:latin typeface="Times New Roman" panose="02020603050405020304" pitchFamily="18" charset="0"/>
                        <a:cs typeface="Times New Roman" panose="02020603050405020304" pitchFamily="18" charset="0"/>
                      </a:endParaRPr>
                    </a:p>
                  </a:txBody>
                  <a:tcPr>
                    <a:solidFill>
                      <a:schemeClr val="tx2">
                        <a:lumMod val="75000"/>
                      </a:schemeClr>
                    </a:solidFill>
                  </a:tcPr>
                </a:tc>
                <a:tc>
                  <a:txBody>
                    <a:bodyPr/>
                    <a:lstStyle/>
                    <a:p>
                      <a:pPr algn="ctr"/>
                      <a:r>
                        <a:rPr lang="en-US" sz="2400" dirty="0">
                          <a:solidFill>
                            <a:schemeClr val="bg2"/>
                          </a:solidFill>
                          <a:latin typeface="Times New Roman" panose="02020603050405020304" pitchFamily="18" charset="0"/>
                          <a:cs typeface="Times New Roman" panose="02020603050405020304" pitchFamily="18" charset="0"/>
                        </a:rPr>
                        <a:t>PURPOSE</a:t>
                      </a:r>
                      <a:endParaRPr lang="en-IN" sz="2400" dirty="0">
                        <a:solidFill>
                          <a:schemeClr val="bg2"/>
                        </a:solidFill>
                        <a:latin typeface="Times New Roman" panose="02020603050405020304" pitchFamily="18" charset="0"/>
                        <a:cs typeface="Times New Roman" panose="02020603050405020304" pitchFamily="18" charset="0"/>
                      </a:endParaRPr>
                    </a:p>
                  </a:txBody>
                  <a:tcPr/>
                </a:tc>
              </a:tr>
              <a:tr h="655468">
                <a:tc>
                  <a:txBody>
                    <a:bodyPr/>
                    <a:lstStyle/>
                    <a:p>
                      <a:r>
                        <a:rPr lang="en-US" dirty="0">
                          <a:latin typeface="Times New Roman" panose="02020603050405020304" pitchFamily="18" charset="0"/>
                          <a:cs typeface="Times New Roman" panose="02020603050405020304" pitchFamily="18" charset="0"/>
                        </a:rPr>
                        <a:t>GitHub </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Source code repository</a:t>
                      </a:r>
                      <a:endParaRPr lang="en-IN" dirty="0">
                        <a:latin typeface="Times New Roman" panose="02020603050405020304" pitchFamily="18" charset="0"/>
                        <a:cs typeface="Times New Roman" panose="02020603050405020304" pitchFamily="18" charset="0"/>
                      </a:endParaRPr>
                    </a:p>
                  </a:txBody>
                  <a:tcPr/>
                </a:tc>
              </a:tr>
              <a:tr h="655468">
                <a:tc>
                  <a:txBody>
                    <a:bodyPr/>
                    <a:lstStyle/>
                    <a:p>
                      <a:r>
                        <a:rPr lang="en-US" dirty="0">
                          <a:latin typeface="Times New Roman" panose="02020603050405020304" pitchFamily="18" charset="0"/>
                          <a:cs typeface="Times New Roman" panose="02020603050405020304" pitchFamily="18" charset="0"/>
                        </a:rPr>
                        <a:t>AWS </a:t>
                      </a:r>
                      <a:r>
                        <a:rPr lang="en-US" dirty="0" err="1">
                          <a:latin typeface="Times New Roman" panose="02020603050405020304" pitchFamily="18" charset="0"/>
                          <a:cs typeface="Times New Roman" panose="02020603050405020304" pitchFamily="18" charset="0"/>
                        </a:rPr>
                        <a:t>codePipeline</a:t>
                      </a:r>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Automates the CI/CD workflow</a:t>
                      </a:r>
                      <a:endParaRPr lang="en-IN" dirty="0">
                        <a:latin typeface="Times New Roman" panose="02020603050405020304" pitchFamily="18" charset="0"/>
                        <a:cs typeface="Times New Roman" panose="02020603050405020304" pitchFamily="18" charset="0"/>
                      </a:endParaRPr>
                    </a:p>
                  </a:txBody>
                  <a:tcPr/>
                </a:tc>
              </a:tr>
              <a:tr h="655468">
                <a:tc>
                  <a:txBody>
                    <a:bodyPr/>
                    <a:lstStyle/>
                    <a:p>
                      <a:r>
                        <a:rPr lang="en-US" dirty="0">
                          <a:latin typeface="Times New Roman" panose="02020603050405020304" pitchFamily="18" charset="0"/>
                          <a:cs typeface="Times New Roman" panose="02020603050405020304" pitchFamily="18" charset="0"/>
                        </a:rPr>
                        <a:t>AWS </a:t>
                      </a:r>
                      <a:r>
                        <a:rPr lang="en-US" dirty="0" err="1">
                          <a:latin typeface="Times New Roman" panose="02020603050405020304" pitchFamily="18" charset="0"/>
                          <a:cs typeface="Times New Roman" panose="02020603050405020304" pitchFamily="18" charset="0"/>
                        </a:rPr>
                        <a:t>CodeBuild</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Build and validates the website</a:t>
                      </a:r>
                      <a:endParaRPr lang="en-IN" dirty="0">
                        <a:latin typeface="Times New Roman" panose="02020603050405020304" pitchFamily="18" charset="0"/>
                        <a:cs typeface="Times New Roman" panose="02020603050405020304" pitchFamily="18" charset="0"/>
                      </a:endParaRPr>
                    </a:p>
                  </a:txBody>
                  <a:tcPr/>
                </a:tc>
              </a:tr>
              <a:tr h="655468">
                <a:tc>
                  <a:txBody>
                    <a:bodyPr/>
                    <a:lstStyle/>
                    <a:p>
                      <a:r>
                        <a:rPr lang="en-US" dirty="0">
                          <a:latin typeface="Times New Roman" panose="02020603050405020304" pitchFamily="18" charset="0"/>
                          <a:cs typeface="Times New Roman" panose="02020603050405020304" pitchFamily="18" charset="0"/>
                        </a:rPr>
                        <a:t>AWS </a:t>
                      </a:r>
                      <a:r>
                        <a:rPr lang="en-US" dirty="0" err="1">
                          <a:latin typeface="Times New Roman" panose="02020603050405020304" pitchFamily="18" charset="0"/>
                          <a:cs typeface="Times New Roman" panose="02020603050405020304" pitchFamily="18" charset="0"/>
                        </a:rPr>
                        <a:t>CodeDeploy</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Deploys the website to EC2</a:t>
                      </a:r>
                      <a:endParaRPr lang="en-IN" dirty="0">
                        <a:latin typeface="Times New Roman" panose="02020603050405020304" pitchFamily="18" charset="0"/>
                        <a:cs typeface="Times New Roman" panose="02020603050405020304" pitchFamily="18" charset="0"/>
                      </a:endParaRPr>
                    </a:p>
                  </a:txBody>
                  <a:tcPr/>
                </a:tc>
              </a:tr>
              <a:tr h="655468">
                <a:tc>
                  <a:txBody>
                    <a:bodyPr/>
                    <a:lstStyle/>
                    <a:p>
                      <a:r>
                        <a:rPr lang="en-US" dirty="0">
                          <a:latin typeface="Times New Roman" panose="02020603050405020304" pitchFamily="18" charset="0"/>
                          <a:cs typeface="Times New Roman" panose="02020603050405020304" pitchFamily="18" charset="0"/>
                        </a:rPr>
                        <a:t>Amazon EC2</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Hosts a portfolio website</a:t>
                      </a:r>
                      <a:endParaRPr lang="en-IN" dirty="0">
                        <a:latin typeface="Times New Roman" panose="02020603050405020304" pitchFamily="18" charset="0"/>
                        <a:cs typeface="Times New Roman" panose="02020603050405020304" pitchFamily="18" charset="0"/>
                      </a:endParaRPr>
                    </a:p>
                  </a:txBody>
                  <a:tcPr/>
                </a:tc>
              </a:tr>
              <a:tr h="655468">
                <a:tc>
                  <a:txBody>
                    <a:bodyPr/>
                    <a:lstStyle/>
                    <a:p>
                      <a:r>
                        <a:rPr lang="en-US" dirty="0">
                          <a:latin typeface="Times New Roman" panose="02020603050405020304" pitchFamily="18" charset="0"/>
                          <a:cs typeface="Times New Roman" panose="02020603050405020304" pitchFamily="18" charset="0"/>
                        </a:rPr>
                        <a:t>Auto scaling</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Extends multiple servers when needed</a:t>
                      </a:r>
                      <a:endParaRPr lang="en-IN" dirty="0">
                        <a:latin typeface="Times New Roman" panose="02020603050405020304" pitchFamily="18" charset="0"/>
                        <a:cs typeface="Times New Roman" panose="02020603050405020304" pitchFamily="18" charset="0"/>
                      </a:endParaRPr>
                    </a:p>
                  </a:txBody>
                  <a:tcPr/>
                </a:tc>
              </a:tr>
              <a:tr h="668309">
                <a:tc>
                  <a:txBody>
                    <a:bodyPr/>
                    <a:lstStyle/>
                    <a:p>
                      <a:r>
                        <a:rPr lang="en-US" dirty="0">
                          <a:latin typeface="Times New Roman" panose="02020603050405020304" pitchFamily="18" charset="0"/>
                          <a:cs typeface="Times New Roman" panose="02020603050405020304" pitchFamily="18" charset="0"/>
                        </a:rPr>
                        <a:t>Load balancer</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Traffic distribution</a:t>
                      </a:r>
                      <a:endParaRPr lang="en-IN"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909836" y="426368"/>
            <a:ext cx="6768752" cy="914400"/>
          </a:xfrm>
        </p:spPr>
        <p:txBody>
          <a:bodyPr>
            <a:normAutofit/>
          </a:bodyPr>
          <a:lstStyle/>
          <a:p>
            <a:r>
              <a:rPr lang="en-US" b="1" i="1" dirty="0">
                <a:latin typeface="Times New Roman" panose="02020603050405020304" pitchFamily="18" charset="0"/>
                <a:cs typeface="Times New Roman" panose="02020603050405020304" pitchFamily="18" charset="0"/>
              </a:rPr>
              <a:t>PROJECT ARCHITECTURE:</a:t>
            </a:r>
            <a:endParaRPr lang="en-US" b="1" i="1" dirty="0">
              <a:latin typeface="Times New Roman" panose="02020603050405020304" pitchFamily="18" charset="0"/>
              <a:cs typeface="Times New Roman" panose="02020603050405020304" pitchFamily="18" charset="0"/>
            </a:endParaRPr>
          </a:p>
        </p:txBody>
      </p:sp>
      <p:sp>
        <p:nvSpPr>
          <p:cNvPr id="14" name="Content Placeholder 13"/>
          <p:cNvSpPr>
            <a:spLocks noGrp="1"/>
          </p:cNvSpPr>
          <p:nvPr>
            <p:ph idx="1"/>
          </p:nvPr>
        </p:nvSpPr>
        <p:spPr>
          <a:xfrm>
            <a:off x="405780" y="1556792"/>
            <a:ext cx="11377264" cy="4874840"/>
          </a:xfrm>
        </p:spPr>
        <p:txBody>
          <a:bodyPr/>
          <a:lstStyle/>
          <a:p>
            <a:pPr>
              <a:lnSpc>
                <a:spcPct val="150000"/>
              </a:lnSpc>
            </a:pPr>
            <a:r>
              <a:rPr lang="en-US" dirty="0">
                <a:latin typeface="Times New Roman" panose="02020603050405020304" pitchFamily="18" charset="0"/>
                <a:cs typeface="Times New Roman" panose="02020603050405020304" pitchFamily="18" charset="0"/>
              </a:rPr>
              <a:t>The diagram below illustrates the logical flow of code modifications from the developers workstation to the end-users accessing the live website.</a:t>
            </a:r>
            <a:endParaRPr lang="en-US"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rcRect l="9333" t="34560" r="9002" b="40027"/>
          <a:stretch>
            <a:fillRect/>
          </a:stretch>
        </p:blipFill>
        <p:spPr>
          <a:xfrm>
            <a:off x="1701924" y="3068960"/>
            <a:ext cx="8280920" cy="2952328"/>
          </a:xfrm>
          <a:prstGeom prst="round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7828" y="548680"/>
            <a:ext cx="9144001" cy="699864"/>
          </a:xfrm>
        </p:spPr>
        <p:txBody>
          <a:bodyPr/>
          <a:lstStyle/>
          <a:p>
            <a:r>
              <a:rPr lang="en-US" b="1" i="1" dirty="0">
                <a:latin typeface="Times New Roman" panose="02020603050405020304" pitchFamily="18" charset="0"/>
                <a:cs typeface="Times New Roman" panose="02020603050405020304" pitchFamily="18" charset="0"/>
              </a:rPr>
              <a:t>CI/CD Pipeline and Screenshot</a:t>
            </a:r>
            <a:endParaRPr lang="en-IN" b="1" i="1"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522413" y="1628800"/>
            <a:ext cx="9134475" cy="4848199"/>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9836" y="211965"/>
            <a:ext cx="6624736" cy="792088"/>
          </a:xfrm>
        </p:spPr>
        <p:txBody>
          <a:bodyPr/>
          <a:lstStyle/>
          <a:p>
            <a:r>
              <a:rPr lang="en-US" b="1" i="1" dirty="0">
                <a:latin typeface="Times New Roman" panose="02020603050405020304" pitchFamily="18" charset="0"/>
                <a:cs typeface="Times New Roman" panose="02020603050405020304" pitchFamily="18" charset="0"/>
              </a:rPr>
              <a:t>OUTPUT SCREENSHOT:</a:t>
            </a:r>
            <a:endParaRPr lang="en-US" b="1" i="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1197868" y="1123223"/>
            <a:ext cx="7848872" cy="949288"/>
          </a:xfrm>
        </p:spPr>
        <p:txBody>
          <a:bodyPr>
            <a:normAutofit/>
          </a:bodyPr>
          <a:lstStyle/>
          <a:p>
            <a:pPr marL="0" indent="0">
              <a:lnSpc>
                <a:spcPct val="100000"/>
              </a:lnSpc>
              <a:spcBef>
                <a:spcPts val="0"/>
              </a:spcBef>
              <a:buNone/>
            </a:pPr>
            <a:r>
              <a:rPr lang="en-US" dirty="0">
                <a:latin typeface="Times New Roman" panose="02020603050405020304" pitchFamily="18" charset="0"/>
                <a:cs typeface="Times New Roman" panose="02020603050405020304" pitchFamily="18" charset="0"/>
              </a:rPr>
              <a:t> Portfolio website opened using the link below</a:t>
            </a:r>
            <a:endParaRPr lang="en-US"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dirty="0">
                <a:latin typeface="Times New Roman" panose="02020603050405020304" pitchFamily="18" charset="0"/>
                <a:cs typeface="Times New Roman" panose="02020603050405020304" pitchFamily="18" charset="0"/>
              </a:rPr>
              <a:t>https://student-alb-979743582.eu-north-1.elb.amazonaws.com</a:t>
            </a: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33772" y="2191681"/>
            <a:ext cx="10585176" cy="454968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981844" y="332656"/>
            <a:ext cx="2880320" cy="914400"/>
          </a:xfrm>
        </p:spPr>
        <p:txBody>
          <a:bodyPr>
            <a:normAutofit/>
          </a:bodyPr>
          <a:lstStyle/>
          <a:p>
            <a:r>
              <a:rPr lang="en-US" b="1" i="1" dirty="0">
                <a:latin typeface="Times New Roman" panose="02020603050405020304" pitchFamily="18" charset="0"/>
                <a:cs typeface="Times New Roman" panose="02020603050405020304" pitchFamily="18" charset="0"/>
              </a:rPr>
              <a:t>BENEFITS</a:t>
            </a:r>
            <a:endParaRPr lang="en-US" b="1" i="1" dirty="0">
              <a:latin typeface="Times New Roman" panose="02020603050405020304" pitchFamily="18" charset="0"/>
              <a:cs typeface="Times New Roman" panose="02020603050405020304" pitchFamily="18" charset="0"/>
            </a:endParaRPr>
          </a:p>
        </p:txBody>
      </p:sp>
      <p:sp>
        <p:nvSpPr>
          <p:cNvPr id="14" name="Content Placeholder 13"/>
          <p:cNvSpPr>
            <a:spLocks noGrp="1"/>
          </p:cNvSpPr>
          <p:nvPr>
            <p:ph idx="1"/>
          </p:nvPr>
        </p:nvSpPr>
        <p:spPr>
          <a:xfrm>
            <a:off x="1485900" y="1772816"/>
            <a:ext cx="4464496" cy="3672408"/>
          </a:xfrm>
        </p:spPr>
        <p:txBody>
          <a:bodyPr/>
          <a:lstStyle/>
          <a:p>
            <a:r>
              <a:rPr lang="en-US" dirty="0">
                <a:latin typeface="Times New Roman" panose="02020603050405020304" pitchFamily="18" charset="0"/>
                <a:cs typeface="Times New Roman" panose="02020603050405020304" pitchFamily="18" charset="0"/>
              </a:rPr>
              <a:t>Fully automated deployments.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Faster software releases.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Reduced deployment errors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Easy roll back.</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Improved collaboration.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Scalable and secure.</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86100" y="484650"/>
            <a:ext cx="4464496" cy="896888"/>
          </a:xfrm>
        </p:spPr>
        <p:txBody>
          <a:bodyPr/>
          <a:lstStyle/>
          <a:p>
            <a:r>
              <a:rPr lang="en-US" b="1" i="1" dirty="0">
                <a:latin typeface="Times New Roman" panose="02020603050405020304" pitchFamily="18" charset="0"/>
                <a:cs typeface="Times New Roman" panose="02020603050405020304" pitchFamily="18" charset="0"/>
              </a:rPr>
              <a:t>CONCLUSION</a:t>
            </a:r>
            <a:endParaRPr lang="en-US" b="1" i="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1197868" y="1772816"/>
            <a:ext cx="9577064" cy="3816424"/>
          </a:xfrm>
        </p:spPr>
        <p:txBody>
          <a:bodyPr>
            <a:normAutofit fontScale="92500"/>
          </a:bodyPr>
          <a:lstStyle/>
          <a:p>
            <a:pPr>
              <a:lnSpc>
                <a:spcPct val="160000"/>
              </a:lnSpc>
            </a:pPr>
            <a:r>
              <a:rPr lang="en-US" sz="3500" cap="none" dirty="0">
                <a:latin typeface="Times New Roman" panose="02020603050405020304" pitchFamily="18" charset="0"/>
                <a:cs typeface="Times New Roman" panose="02020603050405020304" pitchFamily="18" charset="0"/>
              </a:rPr>
              <a:t>Outcome:</a:t>
            </a:r>
            <a:endParaRPr lang="en-US" sz="3500" cap="none" dirty="0">
              <a:latin typeface="Times New Roman" panose="02020603050405020304" pitchFamily="18" charset="0"/>
              <a:cs typeface="Times New Roman" panose="02020603050405020304" pitchFamily="18" charset="0"/>
            </a:endParaRPr>
          </a:p>
          <a:p>
            <a:pPr marL="342900" indent="-342900">
              <a:lnSpc>
                <a:spcPct val="160000"/>
              </a:lnSpc>
              <a:buFont typeface="Wingdings" panose="05000000000000000000" pitchFamily="2" charset="2"/>
              <a:buChar char="Ø"/>
            </a:pPr>
            <a:r>
              <a:rPr lang="en-US" sz="2400" cap="none" dirty="0">
                <a:latin typeface="Times New Roman" panose="02020603050405020304" pitchFamily="18" charset="0"/>
                <a:cs typeface="Times New Roman" panose="02020603050405020304" pitchFamily="18" charset="0"/>
              </a:rPr>
              <a:t>Ci/cd pipeline successfully implemented.</a:t>
            </a:r>
            <a:endParaRPr lang="en-US" sz="2400" cap="none" dirty="0">
              <a:latin typeface="Times New Roman" panose="02020603050405020304" pitchFamily="18" charset="0"/>
              <a:cs typeface="Times New Roman" panose="02020603050405020304" pitchFamily="18" charset="0"/>
            </a:endParaRPr>
          </a:p>
          <a:p>
            <a:pPr marL="342900" indent="-342900">
              <a:lnSpc>
                <a:spcPct val="160000"/>
              </a:lnSpc>
              <a:buFont typeface="Wingdings" panose="05000000000000000000" pitchFamily="2" charset="2"/>
              <a:buChar char="Ø"/>
            </a:pPr>
            <a:r>
              <a:rPr lang="en-US" sz="2400" cap="none" dirty="0">
                <a:latin typeface="Times New Roman" panose="02020603050405020304" pitchFamily="18" charset="0"/>
                <a:cs typeface="Times New Roman" panose="02020603050405020304" pitchFamily="18" charset="0"/>
              </a:rPr>
              <a:t>Fully automated deployment pipeline.</a:t>
            </a:r>
            <a:endParaRPr lang="en-US" sz="2400" cap="none" dirty="0">
              <a:latin typeface="Times New Roman" panose="02020603050405020304" pitchFamily="18" charset="0"/>
              <a:cs typeface="Times New Roman" panose="02020603050405020304" pitchFamily="18" charset="0"/>
            </a:endParaRPr>
          </a:p>
          <a:p>
            <a:pPr marL="342900" indent="-342900">
              <a:lnSpc>
                <a:spcPct val="160000"/>
              </a:lnSpc>
              <a:buFont typeface="Wingdings" panose="05000000000000000000" pitchFamily="2" charset="2"/>
              <a:buChar char="Ø"/>
            </a:pPr>
            <a:r>
              <a:rPr lang="en-US" sz="2400" cap="none" dirty="0">
                <a:latin typeface="Times New Roman" panose="02020603050405020304" pitchFamily="18" charset="0"/>
                <a:cs typeface="Times New Roman" panose="02020603050405020304" pitchFamily="18" charset="0"/>
              </a:rPr>
              <a:t>Website hosted on AWS.</a:t>
            </a:r>
            <a:endParaRPr lang="en-US" sz="2400" cap="none" dirty="0">
              <a:latin typeface="Times New Roman" panose="02020603050405020304" pitchFamily="18" charset="0"/>
              <a:cs typeface="Times New Roman" panose="02020603050405020304" pitchFamily="18" charset="0"/>
            </a:endParaRPr>
          </a:p>
          <a:p>
            <a:pPr marL="342900" indent="-342900">
              <a:lnSpc>
                <a:spcPct val="160000"/>
              </a:lnSpc>
              <a:buFont typeface="Wingdings" panose="05000000000000000000" pitchFamily="2" charset="2"/>
              <a:buChar char="Ø"/>
            </a:pPr>
            <a:r>
              <a:rPr lang="en-US" sz="2400" cap="none" dirty="0">
                <a:latin typeface="Times New Roman" panose="02020603050405020304" pitchFamily="18" charset="0"/>
                <a:cs typeface="Times New Roman" panose="02020603050405020304" pitchFamily="18" charset="0"/>
              </a:rPr>
              <a:t>High availability.</a:t>
            </a:r>
            <a:endParaRPr lang="en-US" sz="2400" cap="none" dirty="0">
              <a:latin typeface="Times New Roman" panose="02020603050405020304" pitchFamily="18" charset="0"/>
              <a:cs typeface="Times New Roman" panose="02020603050405020304" pitchFamily="18" charset="0"/>
            </a:endParaRPr>
          </a:p>
          <a:p>
            <a:pPr marL="342900" indent="-342900">
              <a:lnSpc>
                <a:spcPct val="160000"/>
              </a:lnSpc>
              <a:buFont typeface="Wingdings" panose="05000000000000000000" pitchFamily="2" charset="2"/>
              <a:buChar char="Ø"/>
            </a:pPr>
            <a:r>
              <a:rPr lang="en-US" sz="2400" cap="none" dirty="0">
                <a:latin typeface="Times New Roman" panose="02020603050405020304" pitchFamily="18" charset="0"/>
                <a:cs typeface="Times New Roman" panose="02020603050405020304" pitchFamily="18" charset="0"/>
              </a:rPr>
              <a:t>Easy maintenance and scalability using AWS DEVOPS service.</a:t>
            </a:r>
            <a:endParaRPr lang="en-US" sz="2400" cap="none" dirty="0">
              <a:latin typeface="Times New Roman" panose="02020603050405020304" pitchFamily="18" charset="0"/>
              <a:cs typeface="Times New Roman" panose="02020603050405020304" pitchFamily="18" charset="0"/>
            </a:endParaRPr>
          </a:p>
          <a:p>
            <a:pPr marL="342900" indent="-342900">
              <a:lnSpc>
                <a:spcPct val="160000"/>
              </a:lnSpc>
              <a:buFont typeface="Wingdings" panose="05000000000000000000" pitchFamily="2" charset="2"/>
              <a:buChar char="Ø"/>
            </a:pP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2926060" y="1196752"/>
            <a:ext cx="8229600" cy="2895600"/>
          </a:xfrm>
        </p:spPr>
        <p:txBody>
          <a:bodyPr/>
          <a:lstStyle/>
          <a:p>
            <a:r>
              <a:rPr lang="en-US" sz="7200" b="1" i="1" dirty="0">
                <a:latin typeface="Times New Roman" panose="02020603050405020304" pitchFamily="18" charset="0"/>
                <a:cs typeface="Times New Roman" panose="02020603050405020304" pitchFamily="18" charset="0"/>
              </a:rPr>
              <a:t>THANK</a:t>
            </a:r>
            <a:r>
              <a:rPr lang="en-US" b="1" i="1" dirty="0">
                <a:latin typeface="Times New Roman" panose="02020603050405020304" pitchFamily="18" charset="0"/>
                <a:cs typeface="Times New Roman" panose="02020603050405020304" pitchFamily="18" charset="0"/>
              </a:rPr>
              <a:t> YOU</a:t>
            </a:r>
            <a:endParaRPr lang="en-US" b="1" i="1" dirty="0">
              <a:latin typeface="Times New Roman" panose="02020603050405020304" pitchFamily="18" charset="0"/>
              <a:cs typeface="Times New Roman" panose="02020603050405020304" pitchFamily="18" charset="0"/>
            </a:endParaRPr>
          </a:p>
        </p:txBody>
      </p:sp>
    </p:spTree>
  </p:cSld>
  <p:clrMapOvr>
    <a:masterClrMapping/>
  </p:clrMapOvr>
  <p:transition spd="slow">
    <p:randomBar dir="vert"/>
  </p:transition>
</p:sld>
</file>

<file path=ppt/tags/tag1.xml><?xml version="1.0" encoding="utf-8"?>
<p:tagLst xmlns:p="http://schemas.openxmlformats.org/presentationml/2006/main">
  <p:tag name="ARTICULATE_PROJECT_OPEN" val="0"/>
</p:tagLst>
</file>

<file path=ppt/theme/theme1.xml><?xml version="1.0" encoding="utf-8"?>
<a:theme xmlns:a="http://schemas.openxmlformats.org/drawingml/2006/main" name="Digital Blue Tunnel 16x9">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Business digital blue tunnel presentation (widescreen)</Template>
  <TotalTime>0</TotalTime>
  <Words>2378</Words>
  <Application>WPS Presentation</Application>
  <PresentationFormat>Custom</PresentationFormat>
  <Paragraphs>154</Paragraphs>
  <Slides>13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13</vt:i4>
      </vt:variant>
    </vt:vector>
  </HeadingPairs>
  <TitlesOfParts>
    <vt:vector size="21" baseType="lpstr">
      <vt:lpstr>Arial</vt:lpstr>
      <vt:lpstr>SimSun</vt:lpstr>
      <vt:lpstr>Wingdings</vt:lpstr>
      <vt:lpstr>Times New Roman</vt:lpstr>
      <vt:lpstr>Corbel</vt:lpstr>
      <vt:lpstr>Microsoft YaHei</vt:lpstr>
      <vt:lpstr>Arial Unicode MS</vt:lpstr>
      <vt:lpstr>Digital Blue Tunnel 16x9</vt:lpstr>
      <vt:lpstr>CI/CD Pipeline for Student Portfolio Website</vt:lpstr>
      <vt:lpstr>AGENDA</vt:lpstr>
      <vt:lpstr>PROJECT OVERVIEW Project: Student Portfolio Website Technologies Used: </vt:lpstr>
      <vt:lpstr>What is CI/CD</vt:lpstr>
      <vt:lpstr>CI/CD WORKFLOW:</vt:lpstr>
      <vt:lpstr>PIPELINE PROCESS:</vt:lpstr>
      <vt:lpstr>AWS SERVICES USED:</vt:lpstr>
      <vt:lpstr>PROJECT ARCHITECTURE:</vt:lpstr>
      <vt:lpstr>CI/CD Pipeline and Screenshot</vt:lpstr>
      <vt:lpstr>OUTPUT SCREENSHOT:</vt:lpstr>
      <vt:lpstr>BENEFITS</vt:lpstr>
      <vt:lpstr>CONCLUSION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Divya Y</dc:creator>
  <cp:lastModifiedBy>manikanta</cp:lastModifiedBy>
  <cp:revision>2</cp:revision>
  <dcterms:created xsi:type="dcterms:W3CDTF">2026-07-13T03:13:00Z</dcterms:created>
  <dcterms:modified xsi:type="dcterms:W3CDTF">2026-07-13T15:13:34Z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y fmtid="{D5CDD505-2E9C-101B-9397-08002B2CF9AE}" pid="8" name="ICV">
    <vt:lpwstr>BB978218E9A44504853E8B8CA3A1A495_13</vt:lpwstr>
  </property>
  <property fmtid="{D5CDD505-2E9C-101B-9397-08002B2CF9AE}" pid="9" name="KSOProductBuildVer">
    <vt:lpwstr>1033-12.1.0.26880</vt:lpwstr>
  </property>
</Properties>
</file>